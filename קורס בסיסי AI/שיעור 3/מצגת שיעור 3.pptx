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023.xml" ContentType="application/vnd.openxmlformats-officedocument.presentationml.slide+xml"/>
  <Override PartName="/ppt/slides/slide2024.xml" ContentType="application/vnd.openxmlformats-officedocument.presentationml.slide+xml"/>
  <Override PartName="/ppt/slides/slide2025.xml" ContentType="application/vnd.openxmlformats-officedocument.presentationml.slide+xml"/>
  <Override PartName="/ppt/slides/slide2026.xml" ContentType="application/vnd.openxmlformats-officedocument.presentationml.slide+xml"/>
  <Override PartName="/ppt/slides/slide202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57" Type="http://schemas.openxmlformats.org/officeDocument/2006/relationships/slide" Target="slides/slide2009.xml"/><Relationship Id="rId58" Type="http://schemas.openxmlformats.org/officeDocument/2006/relationships/slide" Target="slides/slide2010.xml"/><Relationship Id="rId59" Type="http://schemas.openxmlformats.org/officeDocument/2006/relationships/slide" Target="slides/slide2011.xml"/><Relationship Id="rId60" Type="http://schemas.openxmlformats.org/officeDocument/2006/relationships/slide" Target="slides/slide2012.xml"/><Relationship Id="rId61" Type="http://schemas.openxmlformats.org/officeDocument/2006/relationships/slide" Target="slides/slide2013.xml"/><Relationship Id="rId62" Type="http://schemas.openxmlformats.org/officeDocument/2006/relationships/slide" Target="slides/slide2014.xml"/><Relationship Id="rId63" Type="http://schemas.openxmlformats.org/officeDocument/2006/relationships/slide" Target="slides/slide2015.xml"/><Relationship Id="rId64" Type="http://schemas.openxmlformats.org/officeDocument/2006/relationships/slide" Target="slides/slide2016.xml"/><Relationship Id="rId65" Type="http://schemas.openxmlformats.org/officeDocument/2006/relationships/slide" Target="slides/slide2017.xml"/><Relationship Id="rId66" Type="http://schemas.openxmlformats.org/officeDocument/2006/relationships/slide" Target="slides/slide2018.xml"/><Relationship Id="rId67" Type="http://schemas.openxmlformats.org/officeDocument/2006/relationships/slide" Target="slides/slide2019.xml"/><Relationship Id="rId68" Type="http://schemas.openxmlformats.org/officeDocument/2006/relationships/slide" Target="slides/slide2020.xml"/><Relationship Id="rId69" Type="http://schemas.openxmlformats.org/officeDocument/2006/relationships/slide" Target="slides/slide2021.xml"/><Relationship Id="rId70" Type="http://schemas.openxmlformats.org/officeDocument/2006/relationships/slide" Target="slides/slide2022.xml"/><Relationship Id="rId71" Type="http://schemas.openxmlformats.org/officeDocument/2006/relationships/slide" Target="slides/slide2023.xml"/><Relationship Id="rId72" Type="http://schemas.openxmlformats.org/officeDocument/2006/relationships/slide" Target="slides/slide2024.xml"/><Relationship Id="rId73" Type="http://schemas.openxmlformats.org/officeDocument/2006/relationships/slide" Target="slides/slide2025.xml"/><Relationship Id="rId74" Type="http://schemas.openxmlformats.org/officeDocument/2006/relationships/slide" Target="slides/slide2026.xml"/><Relationship Id="rId75" Type="http://schemas.openxmlformats.org/officeDocument/2006/relationships/slide" Target="slides/slide2027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7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להראות שהתחום זז מהר, ולחבר חדשות לנושא של היום.</a:t>
            </a:r>
          </a:p>
          <a:p/>
          <a:p>
            <a:r>
              <a:t>🧰 הכנה מראש: לפני המפגש: לעדכן את החדשות בשקופית לשבוע הנוכחי (בקשו מפרפלקסיטי: "5 חדשות AI מהשבוע האחרון למתחילים, עם מקור").</a:t>
            </a:r>
          </a:p>
          <a:p/>
          <a:p>
            <a:r>
              <a:t>🗣 מה לומר:</a:t>
            </a:r>
          </a:p>
          <a:p>
            <a:r>
              <a:t>כמו בכל מפגש, חמש דקות של מה חדש.</a:t>
            </a:r>
          </a:p>
          <a:p>
            <a:r>
              <a:t>הכותרת הגדולה: ElevenLabs הוציאו מודל קול חדש, v4. קול אנושי, עם רגש והדגשות, ב-90 שפות. עוד מעט נשמע אותו.</a:t>
            </a:r>
          </a:p>
          <a:p>
            <a:r>
              <a:t>ובצד: Sora של OpenAI, כלי הווידאו המפורסם, נסגר. זה שיעור חשוב: כלים באים והולכים, אז שומרים עותק של כל מה שיוצרים.</a:t>
            </a:r>
          </a:p>
          <a:p>
            <a:r>
              <a:t>מטא הוציאו Muse, עוזר אישי עם אווטאר מדבר. וגוגל ממשיכה עם Gemini Omni, שהופך כל דבר לווידאו.</a:t>
            </a:r>
          </a:p>
          <a:p>
            <a:r>
              <a:t>כתבו בצ'אט: איזו מהחדשות הכי מסקרנת אתכם?</a:t>
            </a:r>
          </a:p>
          <a:p>
            <a:r>
              <a:t>(מקריאים את המנצחת ומקדישים לה דקה)</a:t>
            </a:r>
          </a:p>
          <a:p/>
          <a:p>
            <a:r>
              <a:t>➡️ מעבר: אז הנה מה שאנחנו בונים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 ברורה, והבטחה של ערכה מוחשית בסוף.</a:t>
            </a:r>
          </a:p>
          <a:p/>
          <a:p>
            <a:r>
              <a:t>🗣 מה לומר:</a:t>
            </a:r>
          </a:p>
          <a:p>
            <a:r>
              <a:t>שש תחנות, ובכל אחת תוצר.</a:t>
            </a:r>
          </a:p>
          <a:p>
            <a:r>
              <a:t>מותג בקלוד. אפליקציה ב-Stitch. מצגת והצעת מחיר בגאמה. תמונת פרופיל ולינקדאין. קול ואווטאר. ובסוף וידאו, כתוביות ועריכה.</a:t>
            </a:r>
          </a:p>
          <a:p>
            <a:r>
              <a:t>בצד שמאל, הערכה שלכם בסוף הערב: ערכת מותג, מסך אפליקציה, מצגת, תמונת פרופיל וסרטון אווטאר קצר.</a:t>
            </a:r>
          </a:p>
          <a:p>
            <a:r>
              <a:t>וכל תוצר נכנס לאתגר באפליקציית הקורס. הנקודות מצטברות לטבלה של כל הקורס.</a:t>
            </a:r>
          </a:p>
          <a:p/>
          <a:p>
            <a:r>
              <a:t>➡️ מעבר: ויש כלל אחד שחוסך שעות.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לקבע את העיקרון שהאפיון מוביל את העיצוב.</a:t>
            </a:r>
          </a:p>
          <a:p/>
          <a:p>
            <a:r>
              <a:t>🗣 מה לומר:</a:t>
            </a:r>
          </a:p>
          <a:p>
            <a:r>
              <a:t>הטעות הכי נפוצה בכלים ויזואליים: פותחים כלי ומבקשים "תעשה לי משהו יפה". יוצא יפה, וריק.</a:t>
            </a:r>
          </a:p>
          <a:p>
            <a:r>
              <a:t>הדרך הנכונה: לוקחים את האפיון, מבקשים מה-AI להפוך אותו לשפה ויזואלית, ואז משתמשים באותה שפה בכל הכלים.</a:t>
            </a:r>
          </a:p>
          <a:p>
            <a:r>
              <a:t>אין לכם אפיון? אין בעיה. כתבו עכשיו בצ'אט, או אצלכם בצד, שלוש שורות: מה העסק, למי הוא, ואיך הוא צריך להרגיש.</a:t>
            </a:r>
          </a:p>
          <a:p/>
          <a:p>
            <a:r>
              <a:t>➡️ מעבר: אז נתחיל במותג.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ראשון: המותג. צבעים, פונטים וטון. עשר דקות.</a:t>
            </a:r>
          </a:p>
          <a:p/>
          <a:p>
            <a:r>
              <a:t>➡️ מעבר: ההנחיה כבר בצ'אט.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 דקות  |  🎯 שכל משתתף ייצא עם 5 צבעים, 2 פונטים, טון ורעיון ללוגו.</a:t>
            </a:r>
          </a:p>
          <a:p/>
          <a:p>
            <a:r>
              <a:t>🏆 אפליקציית הקורס: פותחים את האתגר "ערכת מותג".</a:t>
            </a:r>
          </a:p>
          <a:p/>
          <a:p>
            <a:r>
              <a:t>🗣 מה לומר:</a:t>
            </a:r>
          </a:p>
          <a:p>
            <a:r>
              <a:t>ההנחיה בצ'אט. העתיקו אותה.</a:t>
            </a:r>
          </a:p>
          <a:p>
            <a:r>
              <a:t>(מדביקים את ההנחיה בצ'אט)</a:t>
            </a:r>
          </a:p>
          <a:p>
            <a:r>
              <a:t>שימו לב איך היא בנויה, לפי מי, מה, איך: האפיון שלכם, ואז בקשה מדויקת: 5 צבעים עם קוד HEX ומה כל צבע מבטא, 2 פונטים חינמיים בעברית, 3 מילים לטון, ורעיון ללוגו. ובסוף: "הצג את הכול כדף ויזואלי אחד".</a:t>
            </a:r>
          </a:p>
          <a:p>
            <a:r>
              <a:t>אני מדגימה על עסק לדוגמה.</a:t>
            </a:r>
          </a:p>
          <a:p>
            <a:r>
              <a:t>(מריצים בקלוד בשידור חי ומראים את דף המותג שנוצר)</a:t>
            </a:r>
          </a:p>
          <a:p>
            <a:r>
              <a:t>ראיתם? הוא לא רק כתב, הוא בנה דף שאפשר לראות. ועכשיו משפרים בשיחה: "פחות רשמי". "צבע ראשי חם יותר".</a:t>
            </a:r>
          </a:p>
          <a:p>
            <a:r>
              <a:t>עכשיו תורכם. שש דקות. ושמרו את קודי הצבע, הם ילוו אותנו כל הערב.</a:t>
            </a:r>
          </a:p>
          <a:p>
            <a:r>
              <a:t>(טיימר של 6 דקות. מי שנתקע כותב "עזרה" בצ'אט)</a:t>
            </a:r>
          </a:p>
          <a:p>
            <a:r>
              <a:t>הדביקו באפליקציה, באתגר "ערכת מותג", את ההנחיה שעבדה לכם הכי טוב.</a:t>
            </a:r>
          </a:p>
          <a:p/>
          <a:p>
            <a:r>
              <a:t>➡️ מעבר: יש מותג. עכשיו נבנה לו אפליקציה.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שני, ואחד הרגעים הכי מרשימים בקורס: אפליקציה, מתוך תיאור במילים.</a:t>
            </a:r>
          </a:p>
          <a:p/>
          <a:p>
            <a:r>
              <a:t>➡️ מעבר: הכירו את Stitch.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 דקות  |  🎯 שכל משתתף ייצר לפחות מסך אפליקציה אחד לעסק שלו.</a:t>
            </a:r>
          </a:p>
          <a:p/>
          <a:p>
            <a:r>
              <a:t>🧰 הכנה מראש: Stitch פתוח ומחובר לחשבון גוגל. דוגמה מוכנה מראש לגיבוי.</a:t>
            </a:r>
          </a:p>
          <a:p/>
          <a:p>
            <a:r>
              <a:t>🗣 מה לומר:</a:t>
            </a:r>
          </a:p>
          <a:p>
            <a:r>
              <a:t>Stitch הוא כלי חינמי של גוגל. מתארים לו אפליקציה במילים, והוא מעצב את המסכים.</a:t>
            </a:r>
          </a:p>
          <a:p>
            <a:r>
              <a:t>ארבעה שלבים.</a:t>
            </a:r>
          </a:p>
          <a:p>
            <a:r>
              <a:t>אחת: נכנסים ל-stitch.withgoogle.com עם חשבון גוגל. הקישור בצ'אט.</a:t>
            </a:r>
          </a:p>
          <a:p>
            <a:r>
              <a:t>שתיים: מדביקים את ההנחיה. שימו לב: היא באנגלית, ומבקשת עברית ו-RTL. ככה התוצאה הכי מדויקת. ממלאים בה שורה מהאפיון ואת קודי הצבע מהמותג.</a:t>
            </a:r>
          </a:p>
          <a:p>
            <a:r>
              <a:t>(מדביקים את ההנחיה בצ'אט, ומדגימים בשידור חי)</a:t>
            </a:r>
          </a:p>
          <a:p>
            <a:r>
              <a:t>שלוש: מקבלים שלושה מסכים: בית, מוצר, יצירת קשר.</a:t>
            </a:r>
          </a:p>
          <a:p>
            <a:r>
              <a:t>ארבע: משפרים במילים, "כפתור בולט יותר", ומשתפים קישור.</a:t>
            </a:r>
          </a:p>
          <a:p>
            <a:r>
              <a:t>יש לכם שמונה דקות. מי שמסיים, מוזמן להירשם להגרלה. תכף אסביר.</a:t>
            </a:r>
          </a:p>
          <a:p>
            <a:r>
              <a:t>(טיימר של 8 דקות. עוזרים בצ'אט)</a:t>
            </a:r>
          </a:p>
          <a:p/>
          <a:p>
            <a:r>
              <a:t>➡️ מעבר: ועכשיו, מי רוצה להראות?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שלושה משתתפים מציגים את האפליקציה שבנו, בתחושה של תחרות.</a:t>
            </a:r>
          </a:p>
          <a:p/>
          <a:p>
            <a:r>
              <a:t>🏆 אפליקציית הקורס: פותחים את ההרשמה בלשונית "הגרלה", ואחרי 2 דקות לוחצים "הגרל 3".</a:t>
            </a:r>
          </a:p>
          <a:p/>
          <a:p>
            <a:r>
              <a:t>🗣 מה לומר:</a:t>
            </a:r>
          </a:p>
          <a:p>
            <a:r>
              <a:t>מי רוצה להראות את האפליקציה שבנה? נכנסים לאפליקציית הקורס, ללשונית "הגרלה".</a:t>
            </a:r>
          </a:p>
          <a:p>
            <a:r>
              <a:t>לוחצים "אני רוצה להציג", ומדביקים את קישור השיתוף מ-Stitch.</a:t>
            </a:r>
          </a:p>
          <a:p>
            <a:r>
              <a:t>(מחכים שתי דקות, משתפים את מסך ההגרלה)</a:t>
            </a:r>
          </a:p>
          <a:p>
            <a:r>
              <a:t>ו... מגרילים!</a:t>
            </a:r>
          </a:p>
          <a:p>
            <a:r>
              <a:t>(לוחצים "הגרל 3". כל מוגרל משתף מסך לדקה)</a:t>
            </a:r>
          </a:p>
          <a:p>
            <a:r>
              <a:t>ספר לנו: מה העסק, ומה הכי הפתיע אותך?</a:t>
            </a:r>
          </a:p>
          <a:p>
            <a:r>
              <a:t>(אחרי כל מציג: מחיאות כפיים בתגובות של הזום)</a:t>
            </a:r>
          </a:p>
          <a:p>
            <a:r>
              <a:t>כל מי שהוגרל קיבל 30 נקודות בטבלה של הקורס.</a:t>
            </a:r>
          </a:p>
          <a:p/>
          <a:p>
            <a:r>
              <a:t>➡️ מעבר: מאפליקציה למצגת.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שלישי: מצגת והצעת מחיר. שני מסמכים שכל עסק צריך.</a:t>
            </a:r>
          </a:p>
          <a:p/>
          <a:p>
            <a:r>
              <a:t>➡️ מעבר: שלושה כלים, ומתי כל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מתי לבחור גאמה, קנבה או קופיילוט.</a:t>
            </a:r>
          </a:p>
          <a:p/>
          <a:p>
            <a:r>
              <a:t>🗣 מה לומר:</a:t>
            </a:r>
          </a:p>
          <a:p>
            <a:r>
              <a:t>שלושתם בונים מצגת מטקסט. ההבדל הוא מאיפה מתחילים.</a:t>
            </a:r>
          </a:p>
          <a:p>
            <a:r>
              <a:t>גאמה: יש לכם תוכן ורוצים מצגת מהר. מתחילים מטקסט או ממסמך. יש קרדיטים חינמיים בהתחלה.</a:t>
            </a:r>
          </a:p>
          <a:p>
            <a:r>
              <a:t>קנבה: רוצים עיצוב מדויק ומיתוג. יש תבניות לכל דבר, ועברית טובה.</a:t>
            </a:r>
          </a:p>
          <a:p>
            <a:r>
              <a:t>קופיילוט בתוך פאוורפוינט: עובדים בארגון עם אופיס. הופך קובץ וורד למצגת. בתשלום, דרך מיקרוסופט 365.</a:t>
            </a:r>
          </a:p>
          <a:p>
            <a:r>
              <a:t>(אם יש זמן: מראים לעשר שניות את קנבה ואת קופיילוט)</a:t>
            </a:r>
          </a:p>
          <a:p>
            <a:r>
              <a:t>היום עובדים בגאמה, כי הוא הכי מהיר מאפיון למצגת.</a:t>
            </a:r>
          </a:p>
          <a:p/>
          <a:p>
            <a:r>
              <a:t>➡️ מעבר: אז בואו נבנה.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8 דקות  |  🎯 מצגת של 6 שקפים לכל משתתף, בצבעי המותג.</a:t>
            </a:r>
          </a:p>
          <a:p/>
          <a:p>
            <a:r>
              <a:t>🧰 הכנה מראש: חשבון גאמה מחובר. מצגת לדוגמה מוכנה לגיבוי.</a:t>
            </a:r>
          </a:p>
          <a:p/>
          <a:p>
            <a:r>
              <a:t>🗣 מה לומר:</a:t>
            </a:r>
          </a:p>
          <a:p>
            <a:r>
              <a:t>ההנחיה בצ'אט. מבנה של 6 שקפים: הבעיה, הפתרון, למי זה מתאים, איך זה עובד, מחירים, וקריאה לפעולה.</a:t>
            </a:r>
          </a:p>
          <a:p>
            <a:r>
              <a:t>(מדביקים בצ'אט)</a:t>
            </a:r>
          </a:p>
          <a:p>
            <a:r>
              <a:t>בגאמה: Create new, ואז Paste in text. מדביקים, בוחרים ערכת עיצוב ומתאימים לצבעים שלכם.</a:t>
            </a:r>
          </a:p>
          <a:p>
            <a:r>
              <a:t>(מדגימים בשידור חי)</a:t>
            </a:r>
          </a:p>
          <a:p>
            <a:r>
              <a:t>ועכשיו הקסם: לוחצים על שקף, ומבקשים מה-AI "קצר את הטקסט, הוסף אייקון".</a:t>
            </a:r>
          </a:p>
          <a:p>
            <a:r>
              <a:t>יש לכם 8 דקות. לא צריך מושלם, צריך מצגת שהייתם שולחים ללקוח.</a:t>
            </a:r>
          </a:p>
          <a:p>
            <a:r>
              <a:t>(טיימר. בסוף: מדביקים את קישור השיתוף בצ'אט)</a:t>
            </a:r>
          </a:p>
          <a:p/>
          <a:p>
            <a:r>
              <a:t>➡️ מעבר: ומצגת מובילה להצעת מחיר.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ללמד תהליך של שני שלבים: תוכן מדויק, ואז מסמך מעוצב.</a:t>
            </a:r>
          </a:p>
          <a:p/>
          <a:p>
            <a:r>
              <a:t>🗣 מה לומר:</a:t>
            </a:r>
          </a:p>
          <a:p>
            <a:r>
              <a:t>הצעת מחיר בשתי הנחיות.</a:t>
            </a:r>
          </a:p>
          <a:p>
            <a:r>
              <a:t>הראשונה, התוכן, בקלוד או בצ'אט ג'יפיטי. היא בצ'אט: פתיח אישי, טבלת שירותים ומחירים, מה כלול ומה לא, תנאי תשלום ותוקף.</a:t>
            </a:r>
          </a:p>
          <a:p>
            <a:r>
              <a:t>(מדביקים ומריצים בשידור חי)</a:t>
            </a:r>
          </a:p>
          <a:p>
            <a:r>
              <a:t>ואז כלל 5 ממפגש 2: "מה חסר? מה הלקוח ישאל אחרי שיקרא?"</a:t>
            </a:r>
          </a:p>
          <a:p>
            <a:r>
              <a:t>השנייה: מעבירים את התוכן לגאמה או לקנבה, כ-Document, עם צבעי המותג. ומורידים PDF.</a:t>
            </a:r>
          </a:p>
          <a:p>
            <a:r>
              <a:t>ושימו לב למשבצת הצהובה: ה-AI לא יודע את המחירים שלכם. מספרים תמיד ממלאים ובודקים בעצמכם.</a:t>
            </a:r>
          </a:p>
          <a:p/>
          <a:p>
            <a:r>
              <a:t>➡️ מעבר: הפסקה קצרה.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מנוחה ורענון באמצע מפגש עמוס.</a:t>
            </a:r>
          </a:p>
          <a:p/>
          <a:p>
            <a:r>
              <a:t>🗣 מה לומר:</a:t>
            </a:r>
          </a:p>
          <a:p>
            <a:r>
              <a:t>חמש דקות הפסקה. השאירו את הכלים פתוחים. אחרי ההפסקה: תמונות, קול, אווטאר ווידאו.</a:t>
            </a:r>
          </a:p>
          <a:p/>
          <a:p>
            <a:r>
              <a:t>🖐 פעולה: מפעילים טיימר של 5 דקות על המסך.</a:t>
            </a:r>
          </a:p>
          <a:p/>
          <a:p>
            <a:r>
              <a:t>➡️ מעבר: ברוכים השבים. עכשיו, תמונות.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רביעי: תמונות. תמונה לעסק, ותמונה שלכם.</a:t>
            </a:r>
          </a:p>
          <a:p/>
          <a:p>
            <a:r>
              <a:t>➡️ מעבר: שלושה מחוללים, הנחיה אחת.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להשוות בין המחוללים בשידור חי, ולבחור כלי לפי מטרה.</a:t>
            </a:r>
          </a:p>
          <a:p/>
          <a:p>
            <a:r>
              <a:t>🧰 הכנה מראש: צ'אט ג'יפיטי וג'מיני פתוחים. תוצאה מוכנה מ-Grok Imagine (כלי בתשלום).</a:t>
            </a:r>
          </a:p>
          <a:p/>
          <a:p>
            <a:r>
              <a:t>🗣 מה לומר:</a:t>
            </a:r>
          </a:p>
          <a:p>
            <a:r>
              <a:t>צ'אט ג'יפיטי חזק בטקסט בתוך תמונה, ובעריכה בשיחה. מצוין לבאנרים ולפוסטים.</a:t>
            </a:r>
          </a:p>
          <a:p>
            <a:r>
              <a:t>ג'מיני, עם המודל שנקרא Nano Banana, חזק בעריכת תמונה קיימת ובשמירה על הפנים. מצוין לתמונת פרופיל.</a:t>
            </a:r>
          </a:p>
          <a:p>
            <a:r>
              <a:t>ו-Grok Imagine, נועז ומהיר, גם וידאו. אבל מאז מרץ הוא בתשלום, אז אני מראה תוצאה מוכנה.</a:t>
            </a:r>
          </a:p>
          <a:p>
            <a:r>
              <a:t>אותה הנחיה בשלושתם: "לוגו מינימליסטי לעסק, בצבעי המותג, על רקע לבן, בלי טקסט".</a:t>
            </a:r>
          </a:p>
          <a:p>
            <a:r>
              <a:t>(מריצים בצ'אט ג'יפיטי ובג'מיני, ומראים את התוצאה של גרוק)</a:t>
            </a:r>
          </a:p>
          <a:p>
            <a:r>
              <a:t>הצביעו בצ'אט: 1, 2 או 3. איזו הייתם שמים על כרטיס ביקור?</a:t>
            </a:r>
          </a:p>
          <a:p/>
          <a:p>
            <a:r>
              <a:t>➡️ מעבר: ועכשיו, התמונה הכי חשובה: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8 דקות  |  🎯 שכל משתתף ייצר תמונת פרופיל מקצועית מסלפי.</a:t>
            </a:r>
          </a:p>
          <a:p/>
          <a:p>
            <a:r>
              <a:t>🏆 אפליקציית הקורס: פותחים את האתגר "הנחיה לתמונת פרופיל".</a:t>
            </a:r>
          </a:p>
          <a:p/>
          <a:p>
            <a:r>
              <a:t>🗣 מה לומר:</a:t>
            </a:r>
          </a:p>
          <a:p>
            <a:r>
              <a:t>שתי הנחיות, שתיהן בצ'אט.</a:t>
            </a:r>
          </a:p>
          <a:p>
            <a:r>
              <a:t>לינקדאין: רקע אפור מטושטש, תאורה רכה, לבוש מקצועי, חיוך טבעי. והמשפט הכי חשוב: "שמור על הפנים שלי בדיוק כמו שהן".</a:t>
            </a:r>
          </a:p>
          <a:p>
            <a:r>
              <a:t>ופרופיל לעסק: רקע בצבע המותג, בסגנון של העסק.</a:t>
            </a:r>
          </a:p>
          <a:p>
            <a:r>
              <a:t>מצלמים סלפי עכשיו, באור טוב, ומעלים לג'מיני או לצ'אט ג'יפיטי.</a:t>
            </a:r>
          </a:p>
          <a:p>
            <a:r>
              <a:t>(מדגימים על עצמכם בשידור חי)</a:t>
            </a:r>
          </a:p>
          <a:p>
            <a:r>
              <a:t>והכלל במשבצת הצהובה: מעלים רק תמונה של עצמכם.</a:t>
            </a:r>
          </a:p>
          <a:p>
            <a:r>
              <a:t>יש לכם 6 דקות. הדביקו את ההנחיה הכי טובה באתגר.</a:t>
            </a:r>
          </a:p>
          <a:p/>
          <a:p>
            <a:r>
              <a:t>➡️ מעבר: יש לכם פנים. עכשיו קול.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חמישי: הקול שלכם והפנים שלכם, בדיגיטל.</a:t>
            </a:r>
          </a:p>
          <a:p/>
          <a:p>
            <a:r>
              <a:t>➡️ מעבר: נתחיל בקול.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להכיר יצירת קריינות, ולהבין את ההבדל בין קול מוכן לשכפול קול.</a:t>
            </a:r>
          </a:p>
          <a:p/>
          <a:p>
            <a:r>
              <a:t>🧰 הכנה מראש: ElevenLabs פתוח בחשבון חינמי, עם משפט לדוגמה מוכן.</a:t>
            </a:r>
          </a:p>
          <a:p/>
          <a:p>
            <a:r>
              <a:t>🗣 מה לומר:</a:t>
            </a:r>
          </a:p>
          <a:p>
            <a:r>
              <a:t>ElevenLabs הוא כלי הקול המוביל בעולם.</a:t>
            </a:r>
          </a:p>
          <a:p>
            <a:r>
              <a:t>בחינם: בוחרים קול מוכן מהספרייה, מדביקים טקסט, ובוחרים את המודל החדש, v3 או v4, שתומכים בעברית.</a:t>
            </a:r>
          </a:p>
          <a:p>
            <a:r>
              <a:t>(מדגימים: אותו משפט בשלושה קולות. הקהל מצביע בצ'אט)</a:t>
            </a:r>
          </a:p>
          <a:p>
            <a:r>
              <a:t>רק להכיר: בתשלום אפשר גם לשבט את הקול שלכם מהקלטה של דקה. אנחנו נשארים בחינם, והאווטאר שנבנה עוד רגע ידבר בקול שלכם.</a:t>
            </a:r>
          </a:p>
          <a:p>
            <a:r>
              <a:t>(בשיתוף מסך מסמנים "שיתוף צליל", אחרת לא ישמעו)</a:t>
            </a:r>
          </a:p>
          <a:p>
            <a:r>
              <a:t>והכלל: משבטים רק את הקול שלכם. אף פעם של אדם אחר.</a:t>
            </a:r>
          </a:p>
          <a:p/>
          <a:p>
            <a:r>
              <a:t>➡️ מעבר: ועכשיו, הרגע הכי מטורף של הערב: אתם, בווידאו, בלי מצלמה.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 דקות  |  🎯 שכל משתתף ייצר סרטון אווטאר קצר שמציג את העסק.</a:t>
            </a:r>
          </a:p>
          <a:p/>
          <a:p>
            <a:r>
              <a:t>🧰 הכנה מראש: HeyGen פתוח. תאום דיגיטלי שלכם מוכן מראש להדגמה.</a:t>
            </a:r>
          </a:p>
          <a:p/>
          <a:p>
            <a:r>
              <a:t>🏆 אפליקציית הקורס: פותחים את האתגר "תסריט 20 שניות לאווטאר".</a:t>
            </a:r>
          </a:p>
          <a:p/>
          <a:p>
            <a:r>
              <a:t>🗣 מה לומר:</a:t>
            </a:r>
          </a:p>
          <a:p>
            <a:r>
              <a:t>שלושה כלים.</a:t>
            </a:r>
          </a:p>
          <a:p>
            <a:r>
              <a:t>HeyGen: יוצרים תאום דיגיטלי שלכם, אווטאר שנראה ומדבר כמוכם. בחינם: אווטאר אחד ושלושה סרטונים בחודש, עד דקה.</a:t>
            </a:r>
          </a:p>
          <a:p>
            <a:r>
              <a:t>D-ID: לוקחים תמונה, והיא מתחילה לדבר. יש ניסיון של 14 יום.</a:t>
            </a:r>
          </a:p>
          <a:p>
            <a:r>
              <a:t>Gemini Omni של גוגל: וידאו מכל דבר, גם אווטאר. חינם בתוך YouTube Create.</a:t>
            </a:r>
          </a:p>
          <a:p>
            <a:r>
              <a:t>(מראים את התאום הדיגיטלי שלכם מדבר)</a:t>
            </a:r>
          </a:p>
          <a:p>
            <a:r>
              <a:t>היום עושים ב-HeyGen. קודם התסריט: ההנחיה בצ'אט, 20 שניות, משפט פתיחה שתופס, תועלת אחת וקריאה לפעולה.</a:t>
            </a:r>
          </a:p>
          <a:p>
            <a:r>
              <a:t>ואז ב-HeyGen: מעלים סרטון קצר או תמונה, מדביקים את התסריט, ומייצרים.</a:t>
            </a:r>
          </a:p>
          <a:p>
            <a:r>
              <a:t>(טיימר של 7 דקות. מי שמסיים מדביק את התסריט באתגר)</a:t>
            </a:r>
          </a:p>
          <a:p/>
          <a:p>
            <a:r>
              <a:t>➡️ מעבר: ועכשיו, וידאו ועריכה.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אחרון: וידאו ועריכה.</a:t>
            </a:r>
          </a:p>
          <a:p/>
          <a:p>
            <a:r>
              <a:t>➡️ מעבר: שלושה כלים.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להכיר את כלי הווידאו והעריכה, בהדגמה.</a:t>
            </a:r>
          </a:p>
          <a:p/>
          <a:p>
            <a:r>
              <a:t>🗣 מה לומר:</a:t>
            </a:r>
          </a:p>
          <a:p>
            <a:r>
              <a:t>Gemini Omni: הופך תמונה, טקסט או קול לווידאו, ועורכים אותו בשיחה: "עכשיו בלילה", "תוסיף גשם".</a:t>
            </a:r>
          </a:p>
          <a:p>
            <a:r>
              <a:t>Captions: מעלים סרטון גולמי, והוא מוסיף כתוביות, חותך שתיקות ומוסיף זום. ככה סרטון מהטלפון הופך לפוסט.</a:t>
            </a:r>
          </a:p>
          <a:p>
            <a:r>
              <a:t>(מדגימים על סרטון האווטאר מקודם)</a:t>
            </a:r>
          </a:p>
          <a:p>
            <a:r>
              <a:t>ו-Grok Imagine: סרטונים קצרים ונועזים. בתשלום, אז רק בהדגמה.</a:t>
            </a:r>
          </a:p>
          <a:p>
            <a:r>
              <a:t>וזוכרים את Sora? שומרים עותק של כל מה שיוצרים.</a:t>
            </a:r>
          </a:p>
          <a:p/>
          <a:p>
            <a:r>
              <a:t>➡️ מעבר: ולסיום, הפיצ'ר החדש של קלוד.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להכיר את העריכה הישירה של קלוד, כסגירת מעגל עם דף המותג.</a:t>
            </a:r>
          </a:p>
          <a:p/>
          <a:p>
            <a:r>
              <a:t>🧰 הכנה מראש: מנוי קלוד בתשלום, עם עיצוב פתוח להדגמה.</a:t>
            </a:r>
          </a:p>
          <a:p/>
          <a:p>
            <a:r>
              <a:t>🗣 מה לומר:</a:t>
            </a:r>
          </a:p>
          <a:p>
            <a:r>
              <a:t>זוכרים את דף המותג מתחילת הערב? עכשיו הקטע החדש.</a:t>
            </a:r>
          </a:p>
          <a:p>
            <a:r>
              <a:t>ב-Claude Design אפשר ללחוץ על כל אלמנט ולערוך אותו: טקסט, צבע, מיקום. כמו בפיגמה.</a:t>
            </a:r>
          </a:p>
          <a:p>
            <a:r>
              <a:t>או פשוט לבקש בשיחה: "הגדל את הכותרת, החלף לצבע המותג".</a:t>
            </a:r>
          </a:p>
          <a:p>
            <a:r>
              <a:t>ובסוף מייצאים לפאוורפוינט, ל-PDF או לקישור.</a:t>
            </a:r>
          </a:p>
          <a:p>
            <a:r>
              <a:t>(מדגימים: פותחים את דף המותג, ועורכים בקנבס)</a:t>
            </a:r>
          </a:p>
          <a:p>
            <a:r>
              <a:t>זה עדיין בבטא, למנויים בתשלום. אפשר לנסות בחודש ניסיון.</a:t>
            </a:r>
          </a:p>
          <a:p/>
          <a:p>
            <a:r>
              <a:t>➡️ מעבר: ולפני שמפרסמים משהו, ארבעה כללים.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שימוש אחראי: הסכמה, סימון, זכויות ובדיקה.</a:t>
            </a:r>
          </a:p>
          <a:p/>
          <a:p>
            <a:r>
              <a:t>🗣 מה לומר:</a:t>
            </a:r>
          </a:p>
          <a:p>
            <a:r>
              <a:t>ויזואל של AI הוא כוח. ארבעה כללים.</a:t>
            </a:r>
          </a:p>
          <a:p>
            <a:r>
              <a:t>רק אתם: קול ופנים משבטים רק של עצמכם, או באישור בכתב.</a:t>
            </a:r>
          </a:p>
          <a:p>
            <a:r>
              <a:t>מסמנים: בפוסט או בסרטון כותבים שנעשה בעזרת AI.</a:t>
            </a:r>
          </a:p>
          <a:p>
            <a:r>
              <a:t>לא מעתיקים: לא מבקשים "בסגנון של" אמן או מותג קיים.</a:t>
            </a:r>
          </a:p>
          <a:p>
            <a:r>
              <a:t>ובודקים: ידיים, טקסט בתמונה, ומספרים בהצעת מחיר.</a:t>
            </a:r>
          </a:p>
          <a:p>
            <a:r>
              <a:t>והכלל בירוק: אם הייתם מתביישים שהלקוח יגלה איך זה נוצר, אל תפרסמו.</a:t>
            </a:r>
          </a:p>
          <a:p/>
          <a:p>
            <a:r>
              <a:t>➡️ מעבר: ועכשיו, הגלריה.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ללמוד מהתוצרים של המשתתפים, ולסגור את התחרות.</a:t>
            </a:r>
          </a:p>
          <a:p/>
          <a:p>
            <a:r>
              <a:t>🏆 אפליקציית הקורס: פותחים הצבעה על האתגרים של הערב.</a:t>
            </a:r>
          </a:p>
          <a:p/>
          <a:p>
            <a:r>
              <a:t>🗣 מה לומר:</a:t>
            </a:r>
          </a:p>
          <a:p>
            <a:r>
              <a:t>פתחתי הצבעה באפליקציה. יש לכם שלוש הצבעות.</a:t>
            </a:r>
          </a:p>
          <a:p>
            <a:r>
              <a:t>(מחכים דקה וחצי)</a:t>
            </a:r>
          </a:p>
          <a:p>
            <a:r>
              <a:t>שלושה מציגים בחרתי מהצ'אט. דקה לכל אחד: מה בניתם, ומה הפתיע אתכם.</a:t>
            </a:r>
          </a:p>
          <a:p>
            <a:r>
              <a:t>(שלושה מציגים)</a:t>
            </a:r>
          </a:p>
          <a:p>
            <a:r>
              <a:t>מה מחפשים? שפה ויזואלית אחידה בכל התוצרים, מסר ברור תוך 3 שניות, מתאים לקהל, ונראה אמין.</a:t>
            </a:r>
          </a:p>
          <a:p>
            <a:r>
              <a:t>(חושפים תוצאות ומכריזים על המנצחים)</a:t>
            </a:r>
          </a:p>
          <a:p/>
          <a:p>
            <a:r>
              <a:t>➡️ מעבר: וכל הכלים של היום,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או ניסיון חינם כשנרשמים דרכם.</a:t>
            </a:r>
          </a:p>
          <a:p>
            <a:r>
              <a:t>הקישורים בצ'אט, בחוברת, ובארגז הכלים באפליקציה.</a:t>
            </a:r>
          </a:p>
          <a:p>
            <a:r>
              <a:t>(מדביקים את רשימת הקישורים בצ'אט)</a:t>
            </a:r>
          </a:p>
          <a:p/>
          <a:p>
            <a:r>
              <a:t>➡️ מעבר: ומשימת הבית.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להשלים את הערכה ולהכין את הקרקע לאוטומציה.</a:t>
            </a:r>
          </a:p>
          <a:p/>
          <a:p>
            <a:r>
              <a:t>🗣 מה לומר:</a:t>
            </a:r>
          </a:p>
          <a:p>
            <a:r>
              <a:t>משימת הבית: להשלים את הערכה.</a:t>
            </a:r>
          </a:p>
          <a:p>
            <a:r>
              <a:t>ערכת מותג. מסך אפליקציה ומצגת. תמונת פרופיל וסרטון אווטאר, ולפחות אחד מהם עולה ללינקדאין או לוואטסאפ.</a:t>
            </a:r>
          </a:p>
          <a:p>
            <a:r>
              <a:t>ודבר רביעי, חשוב: רשמו משימה אחת שחוזרת אצלכם כל שבוע. בשבוע הבא נהפוך אותה לאוטומטית.</a:t>
            </a:r>
          </a:p>
          <a:p>
            <a:r>
              <a:t>ולפני המפגש הבא: פותחים חשבון חינמי ב-Make, ומפעילים בג'מיני את Gmail, בהגדרות, תחת Apps. אשלח הודעה עם הקישורים.</a:t>
            </a:r>
          </a:p>
          <a:p>
            <a:r>
              <a:t>העלו את הערכה לאפליקציה. היא תהיה חלק מיום ההצגות בסוף הקורס.</a:t>
            </a:r>
          </a:p>
          <a:p/>
          <a:p>
            <a:r>
              <a:t>➡️ מעבר: ולסיום, שלושה דברים.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סגירה עם שלושה מסרים, והכרזת מנצחים.</a:t>
            </a:r>
          </a:p>
          <a:p/>
          <a:p>
            <a:r>
              <a:t>🏆 אפליקציית הקורס: משתפים את טבלת הקורס המצטברת.</a:t>
            </a:r>
          </a:p>
          <a:p/>
          <a:p>
            <a:r>
              <a:t>🗣 מה לומר:</a:t>
            </a:r>
          </a:p>
          <a:p>
            <a:r>
              <a:t>שלושה דברים.</a:t>
            </a:r>
          </a:p>
          <a:p>
            <a:r>
              <a:t>קודם תוכן: אפיון טוב יוצר עיצוב טוב.</a:t>
            </a:r>
          </a:p>
          <a:p>
            <a:r>
              <a:t>שפה אחת בכל הכלים: אותם צבעים ואותו טון בכל מקום.</a:t>
            </a:r>
          </a:p>
          <a:p>
            <a:r>
              <a:t>ואתם במרכז: קול ופנים רק שלכם, מסמנים AI, ובודקים לפני שמפרסמים.</a:t>
            </a:r>
          </a:p>
          <a:p>
            <a:r>
              <a:t>ועכשיו: טבלת הקורס!</a:t>
            </a:r>
          </a:p>
          <a:p>
            <a:r>
              <a:t>(משתפים את הטבלה ומכריזים)</a:t>
            </a:r>
          </a:p>
          <a:p>
            <a:r>
              <a:t>היה מדהים. בשבוע הבא העסק שלכם מתחיל לעבוד לבד. נתראה!</a:t>
            </a:r>
          </a:p>
          <a:p/>
          <a:p>
            <a:r>
              <a:t>➡️ מעבר: סוף המפגש. נשארים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לחבר את המפגש לאפיון העסק ממפגש 2 ולהציג את ההבטחה: יוצאים עם ערכה ביד.</a:t>
            </a:r>
          </a:p>
          <a:p/>
          <a:p>
            <a:r>
              <a:t>🧰 הכנה מראש: פותחים מראש: אפליקציית הקורס במסך המרצה, קלוד, Stitch, גאמה, ג'מיני, HeyGen ו-ElevenLabs, כל אחד בלשונית. קובץ ההדבקות לצ'אט פתוח.</a:t>
            </a:r>
          </a:p>
          <a:p/>
          <a:p>
            <a:r>
              <a:t>🗣 מה לומר:</a:t>
            </a:r>
          </a:p>
          <a:p>
            <a:r>
              <a:t>ערב טוב לכולם! היום אחד המפגשים הכי כיפיים בקורס.</a:t>
            </a:r>
          </a:p>
          <a:p>
            <a:r>
              <a:t>במפגש הקודם כתבתם אפיון לעסק שלכם, או למותג שלכם. מילים.</a:t>
            </a:r>
          </a:p>
          <a:p>
            <a:r>
              <a:t>היום המילים האלה מקבלות פנים: צבעים, אפליקציה, מצגת, תמונה, קול, ואפילו אתם בסרטון. בלי מעצב, בלי מצלמה ובלי עורך.</a:t>
            </a:r>
          </a:p>
          <a:p>
            <a:r>
              <a:t>כתבו בצ'אט במילה אחת: על איזה עסק אתם עובדים?</a:t>
            </a:r>
          </a:p>
          <a:p>
            <a:r>
              <a:t>(מקריאים כמה תשובות מהצ'אט)</a:t>
            </a:r>
          </a:p>
          <a:p>
            <a:r>
              <a:t>מעולה. תשאירו את האפיון פתוח, נשתמש בו כל הערב.</a:t>
            </a:r>
          </a:p>
          <a:p/>
          <a:p>
            <a:r>
              <a:t>➡️ מעבר: אבל לפני הכול, מה קרה השבוע בעולם.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6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8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0.xml"/></Relationships>
</file>

<file path=ppt/slides/_rels/slide20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1.xml"/></Relationships>
</file>

<file path=ppt/slides/_rels/slide20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20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20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20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5.xml"/></Relationships>
</file>

<file path=ppt/slides/_rels/slide20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46.xml"/></Relationships>
</file>

<file path=ppt/slides/_rels/slide20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20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20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9.xml"/></Relationships>
</file>

<file path=ppt/slides/_rels/slide20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0.xml"/></Relationships>
</file>

<file path=ppt/slides/_rels/slide20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20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2.xml"/></Relationships>
</file>

<file path=ppt/slides/_rels/slide20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20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4.xml"/></Relationships>
</file>

<file path=ppt/slides/_rels/slide20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20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20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20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20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העסק שלכם מקבל פנים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מותג, אפליקציה, מצגת, תמונה, קול ווידאו. הכול היום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 של היום: קודם אפיון, אחר כך עיצוב. ואתם יוצאים עם ערכה ביד.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ElevenLabs · 28.9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Eleven v4: קול אנושי ומלא רגש ב-90 שפות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מודל הקול החדש מקריא עם רגש והדגשות. היום נשמע אותו, וננסה ליצור קול לעסק שלכם.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OpenAI · 24.9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Sora נסגר: שומרים עותק של מה שיוצרים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Meta · 23.9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Muse: עוזר אישי עם אווטאר מדבר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Gemini Omni: וידאו מכל דבר, חינם ב-YouTube Create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Anthropic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Claude Design: עורכים עיצוב ישירות על הקנבס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ישראל · ספטמבר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הייטק ישראלי גייס 2.5 מיליארד דולר בחודש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המסע של היום: מאפיון לערכת עסק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את האפיון כתבתם במפגש הקודם. היום הוא מקבל פנים, קול ותנועה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9202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מותג: צבעים, פונטים וטון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4767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קלוד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78024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5237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אפליקציה מהאפיון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5117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סטיץ' של גוגל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3081528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272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מצגת והצעת מחיר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54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גאמה, קנבה, קופיילוט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685031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730751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תמונת פרופיל ולינקדאין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58183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ג'מיני, צ'אט ג'יפיטי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288536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334255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קול ואווטאר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3616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הייג'ן, אילבן לאבס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892040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9377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וידאו, כתוביות ועריכה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6519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Omni, Captions, Claude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1874519"/>
            <a:ext cx="35661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68680" y="20574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🎒 הערכה שלכם בסוף היום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560320"/>
            <a:ext cx="3154680" cy="2743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ערכת מותג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מסך אפליקציה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מצגת של 6 שקפים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תמונת פרופיל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סרטון אווטאר קצר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כל תוצר נכנס לאתגר באפליקציית הקורס. בסוף נכריז על הערכה של הערב.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הכלל שחוסך שעות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קודם תוכן, אחר כך עיצוב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האפיון ממפגש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מי הלקוח, מה מוכרים, מה הטון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992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AI הופך אותו לשפה ויזואלית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924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צבעים, פונטים, סגנון תמונות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אותה שפה בכל הכלים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3525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אפליקציה, מצגת, תמונות ווידאו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20640"/>
            <a:ext cx="6300216" cy="91440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120640"/>
            <a:ext cx="5843016" cy="91440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💡  בלי אפיון? כתבו עכשיו 3 שורות בצ'אט: מה העסק, למי הוא, ואיך הוא צריך להרגיש.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המותג שלכם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צבעים, פונטים וטון, בעשר דקות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🎨 ערכת מותג בקלוד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מדביקים את האפיון, ומקבלים שפה ויזואלית שלמה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(בצ'אט ובחוברת)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"הנה האפיון של העסק שלי: [מדביקים]. בנה לי ערכת מותג: 5 צבעים עם קוד HEX ומה כל אחד מבטא, 2 פונטים חינמיים בעברית, 3 מילים שמתארות את הטון, ורעיון ללוגו. בסוף הצג את הכול כדף ויזואלי אחד."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את האפיון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מהמפגש הקודם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דף מותג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קלוד מציג אותו כעמוד חי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בשיחה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"פחות רשמי", "צבע ראשי חם יותר"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את קודי הצבע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נשתמש בהם בכל כלי היום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"ערכת מותג". הדביקו את ההנחיה הכי טובה שלכם.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האפליקציה שלכם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מאפיון למסך אמיתי עם Google Stitch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📱 Google Stitch: מתארים, והוא מעצב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כלי חינמי של גוגל שהופך תיאור במילים למסכי אפליקציה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נכנסים ל-Stitch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stitch.withgoogle.com, עם חשבון גוגל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את ההנחיה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האפיון + צבעי המותג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3 מסכים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בית, מוצר, יצירת קשר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ומשתפים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"כפתור בולט יותר", ואז קישור שיתוף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ל-Stitch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"Design a mobile app for my business: [one line from the spec]. Screens: home, product, contact. Brand colors: [HEX codes]. Style: [3 tone words]. Hebrew, right-to-left."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כותבים באנגלית ומבקשים עברית ו-RTL. כך מקבלים את התוצאה הכי מדויקת.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🎰 הגרלת מציגים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מי רוצה להראות את האפליקציה שבנה?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נרשמים באפליקציית הקורס, בלשונית "הגרלה":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ai-quiz-live.lovable.app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לוחצים "אני רוצה להציג"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ומדביקים את קישור השיתוף מ-Stitch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המחשב מגריל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בשידור חי, על המסך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דקה לכל מציג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משתפים מסך ומספרים מה בנו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👏  מי שהוגרל מקבל 30 נקודות בטבלה של הקורס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מצגת והצעת מחיר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גאמה, קנבה וקופיילוט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כלים למצגות: מתי כל אחד?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כולם בונים מצגת מטקסט. ההבדל הוא מאיפה מתחילים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Gamma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Canva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Copilot ב-PowerPoint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מתאים כש...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יש לכם תוכן ורוצים מצגת מהר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רוצים עיצוב מדויק ומיתוג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עובדים בארגון עם אופיס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145535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145535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נקודת התחלה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145535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145535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טקסט או מסמך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145535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145535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תבנית או טקסט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145535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145535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קובץ וורד או הנחיה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840479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384047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חינם?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3840479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3840479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קרדיטים התחלתיים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3840479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3840479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עם הגבלות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3840479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3840479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בתשלום (מיקרוסופט 365)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63455" y="4535424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427463" y="4535424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עברית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83095" y="4535424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47103" y="4535424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חלקית, בבטא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02735" y="4535424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666743" y="4535424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טובה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799" y="4535424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49807" y="4535424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טובה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היום עובדים בגאמה, כי הוא הכי מהיר מאפיון למצגת. קנבה וקופיילוט בהדגמה.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🖥️ מצגת לעסק בגאמה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6 שקפים מהאפיון, עם צבעי המותג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לגאמה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"בנה מצגת של 6 שקפים שמציגה את העסק שלי ללקוח חדש. האפיון: [מדביקים]. שקף 1 הבעיה, 2 הפתרון, 3 למי זה מתאים, 4 איך זה עובד, 5 מחירים, 6 קריאה לפעולה. צבעים: [HEX]. עברית, משפטים קצרים."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Create new, ואז Paste in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מדביקים את ההנחיה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ערכת עיצוב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ומתאימים לצבעי המותג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עורכים שקף אחד בעזרת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"קצר את הטקסט, הוסף אייקון"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משתפים קישור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ומדביקים באתגר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8 דקות. לא צריך מושלם, צריך מצגת שהייתם שולחים ללקוח.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💰 הצעת מחיר ללקוח, בשתי 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קודם תוכן מדויק, אחר כך מסמך יפה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התוכן: בקלוד או בצ'אט ג'יפיטי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שירותים, מחירים, תנאים ותוקף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בדיקה: "מה חסר? מה הלקוח ישאל?"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כלל 5 ממפגש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המסמך: בגאמה או בקנבה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Document, עם צבעי המותג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PDF ושליחה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ובודקים כל מספר לפני ששולחים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הנחיה 1: התוכן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"אתה יועץ עסקי. כתוב הצעת מחיר ל[לקוח] עבור [שירות]. כלול: פתיח אישי של 2 שורות, טבלת שירותים ומחירים, מה כלול ומה לא, תנאי תשלום, תוקף של 14 יום. טון: [מהמותג]."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ה-AI לא יודע את המחירים שלכם. מספרים תמיד ממלאים ובודקים בעצמכם.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19456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5400" b="1" i="0" lang="he-IL">
                <a:solidFill>
                  <a:srgbClr val="F2F5FA"/>
                </a:solidFill>
                <a:latin typeface="Arial"/>
                <a:cs typeface="Arial"/>
              </a:rPr>
              <a:t>☕ הפסקה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20040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0" i="0" lang="he-IL">
                <a:solidFill>
                  <a:srgbClr val="FAC496"/>
                </a:solidFill>
                <a:latin typeface="Arial"/>
                <a:cs typeface="Arial"/>
              </a:rPr>
              <a:t>5 דקות. משאירים את גאמה פתוח.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A9B4C6"/>
                </a:solidFill>
                <a:latin typeface="Arial"/>
                <a:cs typeface="Arial"/>
              </a:rPr>
              <a:t>בחזרה: תמונות, קול, אווטאר ווידאו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תמונות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תמונת פרופיל, לינקדאין ותמונות לעסק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מחוללי תמונות, הנחיה אחת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מריצים את אותה הנחיה בשלושתם, והקהל מצביע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 (Nano Banana)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Grok Imagine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חזק ב...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טקסט בתוך תמונה, עריכה בשיחה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עריכת תמונה קיימת ושמירה על פנים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סגנון נועז ומהיר, גם וידאו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218687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218687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חינם?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מכסה יומית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מכסה יומית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218687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218687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לא, רק בתשלום (מרץ 2026)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986783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3986783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הכי טוב ל...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באנרים ופוסטים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תמונת פרופיל מסלפי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3986783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3986783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השראה ורעיונות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834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49834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🧪  ההנחיה להשוואה: "לוגו מינימליסטי לעסק [שם], בצבעים [HEX], על רקע לבן, בלי טקסט"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62356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562356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🗳️  הצבעה בצ'אט: 1, 2 או 3. איזו תוצאה הייתם שמים על כרטיס ביקור?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📸 תמונת פרופיל ותמונה ללינקדאין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מסלפי רגיל לתמונה מקצועית, בג'מיני או בצ'אט ג'יפיטי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74519"/>
            <a:ext cx="5221224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37960" y="2057400"/>
            <a:ext cx="476402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👔  לינקדאין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2532887"/>
            <a:ext cx="4764024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"מצרף/ת סלפי. צור ממנו תמונת פרופיל מקצועית ללינקדאין: רקע אפור בהיר מטושטש, תאורה רכה, חולצה מכופתרת, חיוך טבעי. שמור על הפנים שלי בדיוק כמו שהן."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✨  פרופיל לעסק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"מצרף/ת סלפי. צור תמונת פרופיל לעסק שלי ב[תחום]: רקע בצבע [HEX], סגנון [טון המותג], חצי גוף, מבט למצלמה. שמור על הפנים שלי כמו שהן."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🔒  מעלים רק תמונה של עצמכם. תמונה של אדם אחר רק באישור שלו.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קול ואווטאר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הקול שלכם והפנים שלכם, בדיגיטל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🎙️ ElevenLabs: קול לעסק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קריינות אנושית לסרטונים, מצגות ופודקאסט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בחינם: קול מוכן מהספרייה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מדביקים טקסט ובוחרים מודל v3 או 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535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רק להכיר: שכפול הקול שלכם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467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בתשלום. בחינם עושים את זה עם האווטאר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8679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מורידים קובץ שמע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2611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ומשלבים במצגת או בסרטון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48920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48920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🎧  נסו בחינם: אותו משפט בשלושה קולות. הצביעו בצ'אט.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5778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58968" y="55778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🔒  משבטים רק את הקול שלכם. אף פעם קול של אדם אחר.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🧑‍💻 אווטאר: אתם, מדברים, בלי מצלמה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כלים, מה כל אחד נותן בחינם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HeyGen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D-ID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 Omni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מה מקבלים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תאום דיגיטלי שלכם, מדבר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תמונה שמתחילה לדבר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וידאו מכל קלט, גם אווטאר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218687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218687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בחינם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אווטאר אחד, 3 סרטונים בחודש, עד דקה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ניסיון של 14 יום, עם סימן מים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218687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218687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בתוך YouTube Create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986783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3986783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היום עושים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✅  סרטון של 20 שניות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הדגמה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3986783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3986783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הדגמה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834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49834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📋  התסריט: "כתוב תסריט של 20 שניות שבו אני מציג/ה את העסק שלי: [אפיון]. משפט פתיחה שתופס, תועלת אחת, קריאה לפעולה."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62356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562356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"תסריט 20 שניות לאווטאר"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וידאו ועריכה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מתמונה לסרטון, ומסרטון לפוסט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🎬 וידאו בלי מצלמה ובלי עורך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כלים שכדאי להכיר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1104" y="1874519"/>
            <a:ext cx="3459480" cy="2743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🎞️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3984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Gemini Omni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3984" y="2624327"/>
            <a:ext cx="3093720" cy="1874519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וידאו מתמונה, טקסט או קול. עורכים בשיחה: "עכשיו בלילה". חינם ב-YouTube Create.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4736" y="1874519"/>
            <a:ext cx="3459480" cy="2743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09269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7616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Captions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7616" y="2624327"/>
            <a:ext cx="3093720" cy="1874519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כתוביות אוטומטיות, חיתוך שתיקות וזום. הופך סרטון גולמי לפוסט.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74519"/>
            <a:ext cx="3459480" cy="2743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38632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Grok Imagine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24327"/>
            <a:ext cx="3093720" cy="1874519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סרטונים קצרים ונועזים מהנחיה. בתשלום, נראה בהדגמה.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9204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89204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🧠  טיפ: כמו בכתיבה, גם כאן מי, מה, איך: נושא, תנועה, סגנון, אורך.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⚠️  כלי וידאו מופיעים ונעלמים (Sora נסגר בספטמבר). שומרים עותק של כל מה שיוצרים.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✏️ Claude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הפיצ'ר החדש של קלוד: עורכים ישירות על הקנבס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עיצוב, מצגת או דף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בתוך שיחה רגילה עם קלוד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86207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לוחצים על כל אלמנט ועורכים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25526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טקסט, צבע, מיקום, כמו בפיגמה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6850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או מבקשים בשיחה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0782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"הגדל את הכותרת, החלף לצבע המותג"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480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50799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מייצאים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4901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PowerPoint, PDF או קישור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486400"/>
            <a:ext cx="6300216" cy="6400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486400"/>
            <a:ext cx="5843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בבטא, למנויים בתשלום. נראה בהדגמה, ואפשר לנסות בחודש ניסיון.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⚖️ ארבעה כללים לפני שמפרסמים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ויזואל של AI הוא כוח. הנה איך משתמשים בו נכון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רק אתם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קול ופנים משבטים רק של עצמכם, או באישור בכתב.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🏷️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מסמנים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בפוסט או בסרטון כותבים שנעשה בעזרת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©️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לא מעתיקים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לא מבקשים "בסגנון של" אמן או מותג קיים.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בודקים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ידיים, טקסט בתמונה, מספרים בהצעת מחיר.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🧭  הכלל: אם הייתם מתביישים שהלקוח יגלה איך זה נוצר, אל תפרסמו.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🖼️ גלריית הערכות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הכי טובות של הערב, על המסך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מצביעים באפליקציה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על הערכה, המצגת והתמונה הכי טובות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שלושה מציגים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דקה לכל אחד: מה בניתם, ומה הפתיע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מכריזים על המנצחים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וטבלת הקורס מתעדכנת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מה מחפשים: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שפה ויזואלית אחידה בכל התוצרים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מסר ברור תוך 3 שניות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מתאים לקהל של העסק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נראה אמין, לא "AI מדי"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👏  כל תוצר שיצרתם היום הוא נכס לעסק. שמרו הכול בתיקייה אחת.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58912" y="1874519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35321" y="1874519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8640" y="1874519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2" y="2569463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35321" y="2569463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Google Stitch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8640" y="2569463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stitch.withgoogle.com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8912" y="3264408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935321" y="3264408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Gamma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40" y="3264408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gamma.app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2" y="3959352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35321" y="3959352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Canva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0" y="3959352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canva.com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640" y="1874519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35049" y="1874519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Gemini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8368" y="1874519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gemini.google.com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8640" y="2569463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35049" y="2569463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8368" y="2569463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8640" y="3264408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35049" y="3264408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ElevenLabs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8368" y="3264408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elevenlabs.io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8640" y="3959352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35049" y="3959352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HeyGen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8368" y="3959352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heygen.com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1874519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534777" y="1874519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D-ID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1874519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d-id.com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569463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534777" y="2569463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YouTube Create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2569463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youtube.com/create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264408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534777" y="3264408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Captions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3264408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captions.ai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3959352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534777" y="3959352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Grok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3959352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grok.com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בארגז הכלים באפליקציית הקורס ובחוברת.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משימת בית: ערכת העסק המלאה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משלימים את מה שלא הספקתם, ומביאים למפגש האחרון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ערכת מותג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צבעים, פונטים, טון ולוגו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מסך אפליקציה ומצגת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קישורי שיתוף מ-Stitch ומגאמה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תמונת פרופיל + סרטון אווטאר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אחד לפחות עלה ללינקדאין או לוואטסאפ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משימה אחת שחוזרת אצלכם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שבוע הבא נהפוך אותה לאוטומטית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🔮  רמז למפגש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בנינו את העסק במילים ובתמונות. בפעם הבאה הוא יתחיל לעבוד לבד: מיילים, תזכורות ואוטומציות, בלי שתיגעו.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📲  לפני המפגש הבא: פותחים חשבון ב-Make ומפעילים Gmail בג'מיני. הקישורים בחוברת ובהודעה.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אם תזכרו רק את זה, המפגש הצליח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קודם תוכן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אפיון טוב = עיצוב טוב. בלי אפיון, יוצא יפה וריק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שפה אחת בכל הכלים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אותם צבעים וטון במותג, באפליקציה, במצגת ובווידאו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אתם במרכז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קול ופנים רק שלכם, מסמנים AI, ובודקים לפני שמפרסמים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ועכשיו: טבלת הקורס, והמנצחים של הערב!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