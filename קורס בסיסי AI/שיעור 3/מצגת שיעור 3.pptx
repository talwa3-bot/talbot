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3-3.svg" ContentType="image/svg+xml"/>
  <Override PartName="/ppt/media/image-13-5.svg" ContentType="image/svg+xml"/>
  <Override PartName="/ppt/media/image-13-7.svg" ContentType="image/svg+xml"/>
  <Override PartName="/ppt/media/image-14-2.svg" ContentType="image/svg+xml"/>
  <Override PartName="/ppt/media/image-14-8.svg" ContentType="image/svg+xml"/>
  <Override PartName="/ppt/media/s3-image-8-3.svg" ContentType="image/svg+xml"/>
  <Override PartName="/ppt/media/s3-image-8-5.svg" ContentType="image/svg+xml"/>
  <Override PartName="/ppt/media/s3-image-8-7.svg" ContentType="image/svg+xml"/>
  <Override PartName="/ppt/media/s3-image-8-9.svg" ContentType="image/svg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001.xml" ContentType="application/vnd.openxmlformats-officedocument.presentationml.slide+xml"/>
  <Override PartName="/ppt/slides/slide2002.xml" ContentType="application/vnd.openxmlformats-officedocument.presentationml.slide+xml"/>
  <Override PartName="/ppt/slides/slide2003.xml" ContentType="application/vnd.openxmlformats-officedocument.presentationml.slide+xml"/>
  <Override PartName="/ppt/slides/slide2004.xml" ContentType="application/vnd.openxmlformats-officedocument.presentationml.slide+xml"/>
  <Override PartName="/ppt/slides/slide2005.xml" ContentType="application/vnd.openxmlformats-officedocument.presentationml.slide+xml"/>
  <Override PartName="/ppt/slides/slide2006.xml" ContentType="application/vnd.openxmlformats-officedocument.presentationml.slide+xml"/>
  <Override PartName="/ppt/slides/slide2007.xml" ContentType="application/vnd.openxmlformats-officedocument.presentationml.slide+xml"/>
  <Override PartName="/ppt/slides/slide2008.xml" ContentType="application/vnd.openxmlformats-officedocument.presentationml.slide+xml"/>
  <Override PartName="/ppt/slides/slide2009.xml" ContentType="application/vnd.openxmlformats-officedocument.presentationml.slide+xml"/>
  <Override PartName="/ppt/slides/slide2010.xml" ContentType="application/vnd.openxmlformats-officedocument.presentationml.slide+xml"/>
  <Override PartName="/ppt/slides/slide2011.xml" ContentType="application/vnd.openxmlformats-officedocument.presentationml.slide+xml"/>
  <Override PartName="/ppt/slides/slide2012.xml" ContentType="application/vnd.openxmlformats-officedocument.presentationml.slide+xml"/>
  <Override PartName="/ppt/slides/slide2013.xml" ContentType="application/vnd.openxmlformats-officedocument.presentationml.slide+xml"/>
  <Override PartName="/ppt/slides/slide2014.xml" ContentType="application/vnd.openxmlformats-officedocument.presentationml.slide+xml"/>
  <Override PartName="/ppt/slides/slide2015.xml" ContentType="application/vnd.openxmlformats-officedocument.presentationml.slide+xml"/>
  <Override PartName="/ppt/slides/slide2016.xml" ContentType="application/vnd.openxmlformats-officedocument.presentationml.slide+xml"/>
  <Override PartName="/ppt/slides/slide2017.xml" ContentType="application/vnd.openxmlformats-officedocument.presentationml.slide+xml"/>
  <Override PartName="/ppt/slides/slide2018.xml" ContentType="application/vnd.openxmlformats-officedocument.presentationml.slide+xml"/>
  <Override PartName="/ppt/slides/slide2019.xml" ContentType="application/vnd.openxmlformats-officedocument.presentationml.slide+xml"/>
  <Override PartName="/ppt/slides/slide2020.xml" ContentType="application/vnd.openxmlformats-officedocument.presentationml.slide+xml"/>
  <Override PartName="/ppt/slides/slide2021.xml" ContentType="application/vnd.openxmlformats-officedocument.presentationml.slide+xml"/>
  <Override PartName="/ppt/slides/slide2022.xml" ContentType="application/vnd.openxmlformats-officedocument.presentationml.slide+xml"/>
  <Override PartName="/ppt/slides/slide2023.xml" ContentType="application/vnd.openxmlformats-officedocument.presentationml.slide+xml"/>
  <Override PartName="/ppt/slides/slide2024.xml" ContentType="application/vnd.openxmlformats-officedocument.presentationml.slide+xml"/>
  <Override PartName="/ppt/slides/slide2025.xml" ContentType="application/vnd.openxmlformats-officedocument.presentationml.slide+xml"/>
  <Override PartName="/ppt/slides/slide2026.xml" ContentType="application/vnd.openxmlformats-officedocument.presentationml.slide+xml"/>
  <Override PartName="/ppt/slides/slide202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8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notesMasterIdLst>
    <p:notesMasterId r:id="rId16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S31" Type="http://schemas.openxmlformats.org/officeDocument/2006/relationships/slide" Target="slides/slide15.xml"/><Relationship Id="rIdS37" Type="http://schemas.openxmlformats.org/officeDocument/2006/relationships/slide" Target="slides/slide21.xml"/><Relationship Id="rIdS38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9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9" Type="http://schemas.openxmlformats.org/officeDocument/2006/relationships/slide" Target="slides/slide2001.xml"/><Relationship Id="rId50" Type="http://schemas.openxmlformats.org/officeDocument/2006/relationships/slide" Target="slides/slide2002.xml"/><Relationship Id="rId51" Type="http://schemas.openxmlformats.org/officeDocument/2006/relationships/slide" Target="slides/slide2003.xml"/><Relationship Id="rId52" Type="http://schemas.openxmlformats.org/officeDocument/2006/relationships/slide" Target="slides/slide2004.xml"/><Relationship Id="rId53" Type="http://schemas.openxmlformats.org/officeDocument/2006/relationships/slide" Target="slides/slide2005.xml"/><Relationship Id="rId54" Type="http://schemas.openxmlformats.org/officeDocument/2006/relationships/slide" Target="slides/slide2006.xml"/><Relationship Id="rId55" Type="http://schemas.openxmlformats.org/officeDocument/2006/relationships/slide" Target="slides/slide2007.xml"/><Relationship Id="rId56" Type="http://schemas.openxmlformats.org/officeDocument/2006/relationships/slide" Target="slides/slide2008.xml"/><Relationship Id="rId57" Type="http://schemas.openxmlformats.org/officeDocument/2006/relationships/slide" Target="slides/slide2009.xml"/><Relationship Id="rId58" Type="http://schemas.openxmlformats.org/officeDocument/2006/relationships/slide" Target="slides/slide2010.xml"/><Relationship Id="rId59" Type="http://schemas.openxmlformats.org/officeDocument/2006/relationships/slide" Target="slides/slide2011.xml"/><Relationship Id="rId60" Type="http://schemas.openxmlformats.org/officeDocument/2006/relationships/slide" Target="slides/slide2012.xml"/><Relationship Id="rId61" Type="http://schemas.openxmlformats.org/officeDocument/2006/relationships/slide" Target="slides/slide2013.xml"/><Relationship Id="rId62" Type="http://schemas.openxmlformats.org/officeDocument/2006/relationships/slide" Target="slides/slide2014.xml"/><Relationship Id="rId63" Type="http://schemas.openxmlformats.org/officeDocument/2006/relationships/slide" Target="slides/slide2015.xml"/><Relationship Id="rId64" Type="http://schemas.openxmlformats.org/officeDocument/2006/relationships/slide" Target="slides/slide2016.xml"/><Relationship Id="rId65" Type="http://schemas.openxmlformats.org/officeDocument/2006/relationships/slide" Target="slides/slide2017.xml"/><Relationship Id="rId66" Type="http://schemas.openxmlformats.org/officeDocument/2006/relationships/slide" Target="slides/slide2018.xml"/><Relationship Id="rId67" Type="http://schemas.openxmlformats.org/officeDocument/2006/relationships/slide" Target="slides/slide2019.xml"/><Relationship Id="rId68" Type="http://schemas.openxmlformats.org/officeDocument/2006/relationships/slide" Target="slides/slide2020.xml"/><Relationship Id="rId69" Type="http://schemas.openxmlformats.org/officeDocument/2006/relationships/slide" Target="slides/slide2021.xml"/><Relationship Id="rId70" Type="http://schemas.openxmlformats.org/officeDocument/2006/relationships/slide" Target="slides/slide2022.xml"/><Relationship Id="rId71" Type="http://schemas.openxmlformats.org/officeDocument/2006/relationships/slide" Target="slides/slide2023.xml"/><Relationship Id="rId72" Type="http://schemas.openxmlformats.org/officeDocument/2006/relationships/slide" Target="slides/slide2024.xml"/><Relationship Id="rId73" Type="http://schemas.openxmlformats.org/officeDocument/2006/relationships/slide" Target="slides/slide2025.xml"/><Relationship Id="rId74" Type="http://schemas.openxmlformats.org/officeDocument/2006/relationships/slide" Target="slides/slide2026.xml"/><Relationship Id="rId75" Type="http://schemas.openxmlformats.org/officeDocument/2006/relationships/slide" Target="slides/slide2027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7.xml"/></Relationships>
</file>

<file path=ppt/notesSlides/_rels/notesSlide9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0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להראות שהתחום זז מהר, ולחבר חדשות לנושא של היום.</a:t>
            </a:r>
          </a:p>
          <a:p/>
          <a:p>
            <a:r>
              <a:t>🧰 הכנה מראש: לפני המפגש: לעדכן את החדשות בשקופית לשבוע הנוכחי (בקשו מפרפלקסיטי: "5 חדשות AI מהשבוע האחרון למתחילים, עם מקור").</a:t>
            </a:r>
          </a:p>
          <a:p/>
          <a:p>
            <a:r>
              <a:t>🗣 מה לומר:</a:t>
            </a:r>
          </a:p>
          <a:p>
            <a:r>
              <a:t>כמו בכל מפגש, חמש דקות של מה חדש.</a:t>
            </a:r>
          </a:p>
          <a:p>
            <a:r>
              <a:t>הכותרת הגדולה: ElevenLabs הוציאו מודל קול חדש, v4. קול אנושי, עם רגש והדגשות, ב-90 שפות. עוד מעט נשמע אותו.</a:t>
            </a:r>
          </a:p>
          <a:p>
            <a:r>
              <a:t>ובצד: Sora של OpenAI, כלי הווידאו המפורסם, נסגר. זה שיעור חשוב: כלים באים והולכים, אז שומרים עותק של כל מה שיוצרים.</a:t>
            </a:r>
          </a:p>
          <a:p>
            <a:r>
              <a:t>מטא הוציאו Muse, עוזר אישי עם אווטאר מדבר. וגוגל ממשיכה עם Gemini Omni, שהופך כל דבר לווידאו.</a:t>
            </a:r>
          </a:p>
          <a:p>
            <a:r>
              <a:t>כתבו בצ'אט: איזו מהחדשות הכי מסקרנת אתכם?</a:t>
            </a:r>
          </a:p>
          <a:p>
            <a:r>
              <a:t>(מקריאים את המנצחת ומקדישים לה דקה)</a:t>
            </a:r>
          </a:p>
          <a:p/>
          <a:p>
            <a:r>
              <a:t>➡️ מעבר: אז הנה מה שאנחנו בונים היום.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מפת דרך ברורה, והבטחה של ערכה מוחשית בסוף.</a:t>
            </a:r>
          </a:p>
          <a:p/>
          <a:p>
            <a:r>
              <a:t>🗣 מה לומר:</a:t>
            </a:r>
          </a:p>
          <a:p>
            <a:r>
              <a:t>שש תחנות, ובכל אחת תוצר.</a:t>
            </a:r>
          </a:p>
          <a:p>
            <a:r>
              <a:t>מותג בקלוד. אפליקציה ב-Stitch. מצגת והצעת מחיר בגאמה. תמונת פרופיל ולינקדאין. קול ואווטאר. ובסוף וידאו, כתוביות ועריכה.</a:t>
            </a:r>
          </a:p>
          <a:p>
            <a:r>
              <a:t>בצד שמאל, הערכה שלכם בסוף הערב: ערכת מותג, מסך אפליקציה, מצגת, תמונת פרופיל וסרטון אווטאר קצר.</a:t>
            </a:r>
          </a:p>
          <a:p>
            <a:r>
              <a:t>וכל תוצר נכנס לאתגר באפליקציית הקורס. הנקודות מצטברות לטבלה של כל הקורס.</a:t>
            </a:r>
          </a:p>
          <a:p/>
          <a:p>
            <a:r>
              <a:t>➡️ מעבר: ויש כלל אחד שחוסך שעות.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לקבע את העיקרון שהאפיון מוביל את העיצוב.</a:t>
            </a:r>
          </a:p>
          <a:p/>
          <a:p>
            <a:r>
              <a:t>🗣 מה לומר:</a:t>
            </a:r>
          </a:p>
          <a:p>
            <a:r>
              <a:t>הטעות הכי נפוצה בכלים ויזואליים: פותחים כלי ומבקשים "תעשה לי משהו יפה". יוצא יפה, וריק.</a:t>
            </a:r>
          </a:p>
          <a:p>
            <a:r>
              <a:t>הדרך הנכונה: לוקחים את האפיון, מבקשים מה-AI להפוך אותו לשפה ויזואלית, ואז משתמשים באותה שפה בכל הכלים.</a:t>
            </a:r>
          </a:p>
          <a:p>
            <a:r>
              <a:t>אין לכם אפיון? אין בעיה. כתבו עכשיו בצ'אט, או אצלכם בצד, שלוש שורות: מה העסק, למי הוא, ואיך הוא צריך להרגיש.</a:t>
            </a:r>
          </a:p>
          <a:p/>
          <a:p>
            <a:r>
              <a:t>➡️ מעבר: אז נתחיל במותג.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ראשון: המותג. צבעים, פונטים וטון. עשר דקות.</a:t>
            </a:r>
          </a:p>
          <a:p/>
          <a:p>
            <a:r>
              <a:t>➡️ מעבר: ההנחיה כבר בצ'אט.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9 דקות  |  🎯 שכל משתתף ייצא עם 5 צבעים, 2 פונטים, טון ורעיון ללוגו.</a:t>
            </a:r>
          </a:p>
          <a:p/>
          <a:p>
            <a:r>
              <a:t>🏆 אפליקציית הקורס: פותחים את האתגר "ערכת מותג".</a:t>
            </a:r>
          </a:p>
          <a:p/>
          <a:p>
            <a:r>
              <a:t>🗣 מה לומר:</a:t>
            </a:r>
          </a:p>
          <a:p>
            <a:r>
              <a:t>ההנחיה בצ'אט. העתיקו אותה.</a:t>
            </a:r>
          </a:p>
          <a:p>
            <a:r>
              <a:t>(מדביקים את ההנחיה בצ'אט)</a:t>
            </a:r>
          </a:p>
          <a:p>
            <a:r>
              <a:t>שימו לב איך היא בנויה, לפי מי, מה, איך: האפיון שלכם, ואז בקשה מדויקת: 5 צבעים עם קוד HEX ומה כל צבע מבטא, 2 פונטים חינמיים בעברית, 3 מילים לטון, ורעיון ללוגו. ובסוף: "הצג את הכול כדף ויזואלי אחד".</a:t>
            </a:r>
          </a:p>
          <a:p>
            <a:r>
              <a:t>אני מדגימה על עסק לדוגמה.</a:t>
            </a:r>
          </a:p>
          <a:p>
            <a:r>
              <a:t>(מריצים בקלוד בשידור חי ומראים את דף המותג שנוצר)</a:t>
            </a:r>
          </a:p>
          <a:p>
            <a:r>
              <a:t>ראיתם? הוא לא רק כתב, הוא בנה דף שאפשר לראות. ועכשיו משפרים בשיחה: "פחות רשמי". "צבע ראשי חם יותר".</a:t>
            </a:r>
          </a:p>
          <a:p>
            <a:r>
              <a:t>עכשיו תורכם. שש דקות. ושמרו את קודי הצבע, הם ילוו אותנו כל הערב.</a:t>
            </a:r>
          </a:p>
          <a:p>
            <a:r>
              <a:t>(טיימר של 6 דקות. מי שנתקע כותב "עזרה" בצ'אט)</a:t>
            </a:r>
          </a:p>
          <a:p>
            <a:r>
              <a:t>הדביקו באפליקציה, באתגר "ערכת מותג", את ההנחיה שעבדה לכם הכי טוב.</a:t>
            </a:r>
          </a:p>
          <a:p/>
          <a:p>
            <a:r>
              <a:t>➡️ מעבר: יש מותג. עכשיו נבנה לו אפליקציה.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שני, ואחד הרגעים הכי מרשימים בקורס: אפליקציה, מתוך תיאור במילים.</a:t>
            </a:r>
          </a:p>
          <a:p/>
          <a:p>
            <a:r>
              <a:t>➡️ מעבר: הכירו את Stitch.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10 דקות  |  🎯 שכל משתתף ייצר לפחות מסך אפליקציה אחד לעסק שלו.</a:t>
            </a:r>
          </a:p>
          <a:p/>
          <a:p>
            <a:r>
              <a:t>🧰 הכנה מראש: Stitch פתוח ומחובר לחשבון גוגל. דוגמה מוכנה מראש לגיבוי.</a:t>
            </a:r>
          </a:p>
          <a:p/>
          <a:p>
            <a:r>
              <a:t>🗣 מה לומר:</a:t>
            </a:r>
          </a:p>
          <a:p>
            <a:r>
              <a:t>Stitch הוא כלי חינמי של גוגל. מתארים לו אפליקציה במילים, והוא מעצב את המסכים.</a:t>
            </a:r>
          </a:p>
          <a:p>
            <a:r>
              <a:t>ארבעה שלבים.</a:t>
            </a:r>
          </a:p>
          <a:p>
            <a:r>
              <a:t>אחת: נכנסים ל-stitch.withgoogle.com עם חשבון גוגל. הקישור בצ'אט.</a:t>
            </a:r>
          </a:p>
          <a:p>
            <a:r>
              <a:t>שתיים: מדביקים את ההנחיה. שימו לב: היא באנגלית, ומבקשת עברית ו-RTL. ככה התוצאה הכי מדויקת. ממלאים בה שורה מהאפיון ואת קודי הצבע מהמותג.</a:t>
            </a:r>
          </a:p>
          <a:p>
            <a:r>
              <a:t>(מדביקים את ההנחיה בצ'אט, ומדגימים בשידור חי)</a:t>
            </a:r>
          </a:p>
          <a:p>
            <a:r>
              <a:t>שלוש: מקבלים שלושה מסכים: בית, מוצר, יצירת קשר.</a:t>
            </a:r>
          </a:p>
          <a:p>
            <a:r>
              <a:t>ארבע: משפרים במילים, "כפתור בולט יותר", ומשתפים קישור.</a:t>
            </a:r>
          </a:p>
          <a:p>
            <a:r>
              <a:t>יש לכם שמונה דקות. מי שמסיים, מוזמן להירשם להגרלה. תכף אסביר.</a:t>
            </a:r>
          </a:p>
          <a:p>
            <a:r>
              <a:t>(טיימר של 8 דקות. עוזרים בצ'אט)</a:t>
            </a:r>
          </a:p>
          <a:p/>
          <a:p>
            <a:r>
              <a:t>➡️ מעבר: ועכשיו, מי רוצה להראות?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דקות  |  🎯 שלושה משתתפים מציגים את האפליקציה שבנו, בתחושה של תחרות.</a:t>
            </a:r>
          </a:p>
          <a:p/>
          <a:p>
            <a:r>
              <a:t>🏆 אפליקציית הקורס: פותחים את ההרשמה בלשונית "הגרלה", ואחרי 2 דקות לוחצים "הגרל 3".</a:t>
            </a:r>
          </a:p>
          <a:p/>
          <a:p>
            <a:r>
              <a:t>🗣 מה לומר:</a:t>
            </a:r>
          </a:p>
          <a:p>
            <a:r>
              <a:t>מי רוצה להראות את האפליקציה שבנה? נכנסים לאפליקציית הקורס, ללשונית "הגרלה".</a:t>
            </a:r>
          </a:p>
          <a:p>
            <a:r>
              <a:t>לוחצים "אני רוצה להציג", ומדביקים את קישור השיתוף מ-Stitch.</a:t>
            </a:r>
          </a:p>
          <a:p>
            <a:r>
              <a:t>(מחכים שתי דקות, משתפים את מסך ההגרלה)</a:t>
            </a:r>
          </a:p>
          <a:p>
            <a:r>
              <a:t>ו... מגרילים!</a:t>
            </a:r>
          </a:p>
          <a:p>
            <a:r>
              <a:t>(לוחצים "הגרל 3". כל מוגרל משתף מסך לדקה)</a:t>
            </a:r>
          </a:p>
          <a:p>
            <a:r>
              <a:t>ספר לנו: מה העסק, ומה הכי הפתיע אותך?</a:t>
            </a:r>
          </a:p>
          <a:p>
            <a:r>
              <a:t>(אחרי כל מציג: מחיאות כפיים בתגובות של הזום)</a:t>
            </a:r>
          </a:p>
          <a:p>
            <a:r>
              <a:t>כל מי שהוגרל קיבל 30 נקודות בטבלה של הקורס.</a:t>
            </a:r>
          </a:p>
          <a:p/>
          <a:p>
            <a:r>
              <a:t>➡️ מעבר: מאפליקציה למצגת.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שלישי: מצגת והצעת מחיר. שני מסמכים שכל עסק צריך.</a:t>
            </a:r>
          </a:p>
          <a:p/>
          <a:p>
            <a:r>
              <a:t>➡️ מעבר: שלושה כלים, ומתי כל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להבין מתי לבחור גאמה, קנבה או קופיילוט.</a:t>
            </a:r>
          </a:p>
          <a:p/>
          <a:p>
            <a:r>
              <a:t>🗣 מה לומר:</a:t>
            </a:r>
          </a:p>
          <a:p>
            <a:r>
              <a:t>שלושתם בונים מצגת מטקסט. ההבדל הוא מאיפה מתחילים.</a:t>
            </a:r>
          </a:p>
          <a:p>
            <a:r>
              <a:t>גאמה: יש לכם תוכן ורוצים מצגת מהר. מתחילים מטקסט או ממסמך. יש קרדיטים חינמיים בהתחלה.</a:t>
            </a:r>
          </a:p>
          <a:p>
            <a:r>
              <a:t>קנבה: רוצים עיצוב מדויק ומיתוג. יש תבניות לכל דבר, ועברית טובה.</a:t>
            </a:r>
          </a:p>
          <a:p>
            <a:r>
              <a:t>קופיילוט בתוך פאוורפוינט: עובדים בארגון עם אופיס. הופך קובץ וורד למצגת. בתשלום, דרך מיקרוסופט 365.</a:t>
            </a:r>
          </a:p>
          <a:p>
            <a:r>
              <a:t>(אם יש זמן: מראים לעשר שניות את קנבה ואת קופיילוט)</a:t>
            </a:r>
          </a:p>
          <a:p>
            <a:r>
              <a:t>היום עובדים בגאמה, כי הוא הכי מהיר מאפיון למצגת.</a:t>
            </a:r>
          </a:p>
          <a:p/>
          <a:p>
            <a:r>
              <a:t>➡️ מעבר: אז בואו נבנה.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8 דקות  |  🎯 מצגת של 6 שקפים לכל משתתף, בצבעי המותג.</a:t>
            </a:r>
          </a:p>
          <a:p/>
          <a:p>
            <a:r>
              <a:t>🧰 הכנה מראש: חשבון גאמה מחובר. מצגת לדוגמה מוכנה לגיבוי.</a:t>
            </a:r>
          </a:p>
          <a:p/>
          <a:p>
            <a:r>
              <a:t>🗣 מה לומר:</a:t>
            </a:r>
          </a:p>
          <a:p>
            <a:r>
              <a:t>ההנחיה בצ'אט. מבנה של 6 שקפים: הבעיה, הפתרון, למי זה מתאים, איך זה עובד, מחירים, וקריאה לפעולה.</a:t>
            </a:r>
          </a:p>
          <a:p>
            <a:r>
              <a:t>(מדביקים בצ'אט)</a:t>
            </a:r>
          </a:p>
          <a:p>
            <a:r>
              <a:t>בגאמה: Create new, ואז Paste in text. מדביקים, בוחרים ערכת עיצוב ומתאימים לצבעים שלכם.</a:t>
            </a:r>
          </a:p>
          <a:p>
            <a:r>
              <a:t>(מדגימים בשידור חי)</a:t>
            </a:r>
          </a:p>
          <a:p>
            <a:r>
              <a:t>ועכשיו הקסם: לוחצים על שקף, ומבקשים מה-AI "קצר את הטקסט, הוסף אייקון".</a:t>
            </a:r>
          </a:p>
          <a:p>
            <a:r>
              <a:t>יש לכם 8 דקות. לא צריך מושלם, צריך מצגת שהייתם שולחים ללקוח.</a:t>
            </a:r>
          </a:p>
          <a:p>
            <a:r>
              <a:t>(טיימר. בסוף: מדביקים את קישור השיתוף בצ'אט)</a:t>
            </a:r>
          </a:p>
          <a:p/>
          <a:p>
            <a:r>
              <a:t>➡️ מעבר: ומצגת מובילה להצעת מחיר.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דקות  |  🎯 ללמד תהליך של שני שלבים: תוכן מדויק, ואז מסמך מעוצב.</a:t>
            </a:r>
          </a:p>
          <a:p/>
          <a:p>
            <a:r>
              <a:t>🗣 מה לומר:</a:t>
            </a:r>
          </a:p>
          <a:p>
            <a:r>
              <a:t>הצעת מחיר בשתי הנחיות.</a:t>
            </a:r>
          </a:p>
          <a:p>
            <a:r>
              <a:t>הראשונה, התוכן, בקלוד או בצ'אט ג'יפיטי. היא בצ'אט: פתיח אישי, טבלת שירותים ומחירים, מה כלול ומה לא, תנאי תשלום ותוקף.</a:t>
            </a:r>
          </a:p>
          <a:p>
            <a:r>
              <a:t>(מדביקים ומריצים בשידור חי)</a:t>
            </a:r>
          </a:p>
          <a:p>
            <a:r>
              <a:t>ואז כלל 5 ממפגש 2: "מה חסר? מה הלקוח ישאל אחרי שיקרא?"</a:t>
            </a:r>
          </a:p>
          <a:p>
            <a:r>
              <a:t>השנייה: מעבירים את התוכן לגאמה או לקנבה, כ-Document, עם צבעי המותג. ומורידים PDF.</a:t>
            </a:r>
          </a:p>
          <a:p>
            <a:r>
              <a:t>ושימו לב למשבצת הצהובה: ה-AI לא יודע את המחירים שלכם. מספרים תמיד ממלאים ובודקים בעצמכם.</a:t>
            </a:r>
          </a:p>
          <a:p/>
          <a:p>
            <a:r>
              <a:t>➡️ מעבר: הפסקה קצרה.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מנוחה ורענון באמצע מפגש עמוס.</a:t>
            </a:r>
          </a:p>
          <a:p/>
          <a:p>
            <a:r>
              <a:t>🗣 מה לומר:</a:t>
            </a:r>
          </a:p>
          <a:p>
            <a:r>
              <a:t>חמש דקות הפסקה. השאירו את הכלים פתוחים. אחרי ההפסקה: תמונות, קול, אווטאר ווידאו.</a:t>
            </a:r>
          </a:p>
          <a:p/>
          <a:p>
            <a:r>
              <a:t>🖐 פעולה: מפעילים טיימר של 5 דקות על המסך.</a:t>
            </a:r>
          </a:p>
          <a:p/>
          <a:p>
            <a:r>
              <a:t>➡️ מעבר: ברוכים השבים. עכשיו, תמונות.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רביעי: תמונות. תמונה לעסק, ותמונה שלכם.</a:t>
            </a:r>
          </a:p>
          <a:p/>
          <a:p>
            <a:r>
              <a:t>➡️ מעבר: שלושה מחוללים, הנחיה אחת.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 דקות  |  🎯 להשוות בין המחוללים בשידור חי, ולבחור כלי לפי מטרה.</a:t>
            </a:r>
          </a:p>
          <a:p/>
          <a:p>
            <a:r>
              <a:t>🧰 הכנה מראש: צ'אט ג'יפיטי וג'מיני פתוחים. תוצאה מוכנה מ-Grok Imagine (כלי בתשלום).</a:t>
            </a:r>
          </a:p>
          <a:p/>
          <a:p>
            <a:r>
              <a:t>🗣 מה לומר:</a:t>
            </a:r>
          </a:p>
          <a:p>
            <a:r>
              <a:t>צ'אט ג'יפיטי חזק בטקסט בתוך תמונה, ובעריכה בשיחה. מצוין לבאנרים ולפוסטים.</a:t>
            </a:r>
          </a:p>
          <a:p>
            <a:r>
              <a:t>ג'מיני, עם המודל שנקרא Nano Banana, חזק בעריכת תמונה קיימת ובשמירה על הפנים. מצוין לתמונת פרופיל.</a:t>
            </a:r>
          </a:p>
          <a:p>
            <a:r>
              <a:t>ו-Grok Imagine, נועז ומהיר, גם וידאו. אבל מאז מרץ הוא בתשלום, אז אני מראה תוצאה מוכנה.</a:t>
            </a:r>
          </a:p>
          <a:p>
            <a:r>
              <a:t>אותה הנחיה בשלושתם: "לוגו מינימליסטי לעסק, בצבעי המותג, על רקע לבן, בלי טקסט".</a:t>
            </a:r>
          </a:p>
          <a:p>
            <a:r>
              <a:t>(מריצים בצ'אט ג'יפיטי ובג'מיני, ומראים את התוצאה של גרוק)</a:t>
            </a:r>
          </a:p>
          <a:p>
            <a:r>
              <a:t>הצביעו בצ'אט: 1, 2 או 3. איזו הייתם שמים על כרטיס ביקור?</a:t>
            </a:r>
          </a:p>
          <a:p/>
          <a:p>
            <a:r>
              <a:t>➡️ מעבר: ועכשיו, התמונה הכי חשובה: שלכם.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8 דקות  |  🎯 שכל משתתף ייצר תמונת פרופיל מקצועית מסלפי.</a:t>
            </a:r>
          </a:p>
          <a:p/>
          <a:p>
            <a:r>
              <a:t>🏆 אפליקציית הקורס: פותחים את האתגר "הנחיה לתמונת פרופיל".</a:t>
            </a:r>
          </a:p>
          <a:p/>
          <a:p>
            <a:r>
              <a:t>🗣 מה לומר:</a:t>
            </a:r>
          </a:p>
          <a:p>
            <a:r>
              <a:t>שתי הנחיות, שתיהן בצ'אט.</a:t>
            </a:r>
          </a:p>
          <a:p>
            <a:r>
              <a:t>לינקדאין: רקע אפור מטושטש, תאורה רכה, לבוש מקצועי, חיוך טבעי. והמשפט הכי חשוב: "שמור על הפנים שלי בדיוק כמו שהן".</a:t>
            </a:r>
          </a:p>
          <a:p>
            <a:r>
              <a:t>ופרופיל לעסק: רקע בצבע המותג, בסגנון של העסק.</a:t>
            </a:r>
          </a:p>
          <a:p>
            <a:r>
              <a:t>מצלמים סלפי עכשיו, באור טוב, ומעלים לג'מיני או לצ'אט ג'יפיטי.</a:t>
            </a:r>
          </a:p>
          <a:p>
            <a:r>
              <a:t>(מדגימים על עצמכם בשידור חי)</a:t>
            </a:r>
          </a:p>
          <a:p>
            <a:r>
              <a:t>והכלל במשבצת הצהובה: מעלים רק תמונה של עצמכם.</a:t>
            </a:r>
          </a:p>
          <a:p>
            <a:r>
              <a:t>יש לכם 6 דקות. הדביקו את ההנחיה הכי טובה באתגר.</a:t>
            </a:r>
          </a:p>
          <a:p/>
          <a:p>
            <a:r>
              <a:t>➡️ מעבר: יש לכם פנים. עכשיו קול.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חמישי: הקול שלכם והפנים שלכם, בדיגיטל.</a:t>
            </a:r>
          </a:p>
          <a:p/>
          <a:p>
            <a:r>
              <a:t>➡️ מעבר: נתחיל בקול.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דקות  |  🎯 להכיר יצירת קריינות, ולהבין את ההבדל בין קול מוכן לשכפול קול.</a:t>
            </a:r>
          </a:p>
          <a:p/>
          <a:p>
            <a:r>
              <a:t>🧰 הכנה מראש: ElevenLabs פתוח בחשבון חינמי, עם משפט לדוגמה מוכן.</a:t>
            </a:r>
          </a:p>
          <a:p/>
          <a:p>
            <a:r>
              <a:t>🗣 מה לומר:</a:t>
            </a:r>
          </a:p>
          <a:p>
            <a:r>
              <a:t>ElevenLabs הוא כלי הקול המוביל בעולם.</a:t>
            </a:r>
          </a:p>
          <a:p>
            <a:r>
              <a:t>בחינם: בוחרים קול מוכן מהספרייה, מדביקים טקסט, ובוחרים את המודל החדש, v3 או v4, שתומכים בעברית.</a:t>
            </a:r>
          </a:p>
          <a:p>
            <a:r>
              <a:t>(מדגימים: אותו משפט בשלושה קולות. הקהל מצביע בצ'אט)</a:t>
            </a:r>
          </a:p>
          <a:p>
            <a:r>
              <a:t>רק להכיר: בתשלום אפשר גם לשבט את הקול שלכם מהקלטה של דקה. אנחנו נשארים בחינם, והאווטאר שנבנה עוד רגע ידבר בקול שלכם.</a:t>
            </a:r>
          </a:p>
          <a:p>
            <a:r>
              <a:t>(בשיתוף מסך מסמנים "שיתוף צליל", אחרת לא ישמעו)</a:t>
            </a:r>
          </a:p>
          <a:p>
            <a:r>
              <a:t>והכלל: משבטים רק את הקול שלכם. אף פעם של אדם אחר.</a:t>
            </a:r>
          </a:p>
          <a:p/>
          <a:p>
            <a:r>
              <a:t>➡️ מעבר: ועכשיו, הרגע הכי מטורף של הערב: אתם, בווידאו, בלי מצלמה.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9 דקות  |  🎯 שכל משתתף ייצר סרטון אווטאר קצר שמציג את העסק.</a:t>
            </a:r>
          </a:p>
          <a:p/>
          <a:p>
            <a:r>
              <a:t>🧰 הכנה מראש: HeyGen פתוח. תאום דיגיטלי שלכם מוכן מראש להדגמה.</a:t>
            </a:r>
          </a:p>
          <a:p/>
          <a:p>
            <a:r>
              <a:t>🏆 אפליקציית הקורס: פותחים את האתגר "תסריט 20 שניות לאווטאר".</a:t>
            </a:r>
          </a:p>
          <a:p/>
          <a:p>
            <a:r>
              <a:t>🗣 מה לומר:</a:t>
            </a:r>
          </a:p>
          <a:p>
            <a:r>
              <a:t>שלושה כלים.</a:t>
            </a:r>
          </a:p>
          <a:p>
            <a:r>
              <a:t>HeyGen: יוצרים תאום דיגיטלי שלכם, אווטאר שנראה ומדבר כמוכם. בחינם: אווטאר אחד ושלושה סרטונים בחודש, עד דקה.</a:t>
            </a:r>
          </a:p>
          <a:p>
            <a:r>
              <a:t>D-ID: לוקחים תמונה, והיא מתחילה לדבר. יש ניסיון של 14 יום.</a:t>
            </a:r>
          </a:p>
          <a:p>
            <a:r>
              <a:t>Gemini Omni של גוגל: וידאו מכל דבר, גם אווטאר. חינם בתוך YouTube Create.</a:t>
            </a:r>
          </a:p>
          <a:p>
            <a:r>
              <a:t>(מראים את התאום הדיגיטלי שלכם מדבר)</a:t>
            </a:r>
          </a:p>
          <a:p>
            <a:r>
              <a:t>היום עושים ב-HeyGen. קודם התסריט: ההנחיה בצ'אט, 20 שניות, משפט פתיחה שתופס, תועלת אחת וקריאה לפעולה.</a:t>
            </a:r>
          </a:p>
          <a:p>
            <a:r>
              <a:t>ואז ב-HeyGen: מעלים סרטון קצר או תמונה, מדביקים את התסריט, ומייצרים.</a:t>
            </a:r>
          </a:p>
          <a:p>
            <a:r>
              <a:t>(טיימר של 7 דקות. מי שמסיים מדביק את התסריט באתגר)</a:t>
            </a:r>
          </a:p>
          <a:p/>
          <a:p>
            <a:r>
              <a:t>➡️ מעבר: ועכשיו, וידאו ועריכה.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0.5 דקות  |  🎯 מעבר לפרק.</a:t>
            </a:r>
          </a:p>
          <a:p/>
          <a:p>
            <a:r>
              <a:t>🗣 מה לומר:</a:t>
            </a:r>
          </a:p>
          <a:p>
            <a:r>
              <a:t>פרק אחרון: וידאו ועריכה.</a:t>
            </a:r>
          </a:p>
          <a:p/>
          <a:p>
            <a:r>
              <a:t>➡️ מעבר: שלושה כלים.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להכיר את כלי הווידאו והעריכה, בהדגמה.</a:t>
            </a:r>
          </a:p>
          <a:p/>
          <a:p>
            <a:r>
              <a:t>🗣 מה לומר:</a:t>
            </a:r>
          </a:p>
          <a:p>
            <a:r>
              <a:t>Gemini Omni: הופך תמונה, טקסט או קול לווידאו, ועורכים אותו בשיחה: "עכשיו בלילה", "תוסיף גשם".</a:t>
            </a:r>
          </a:p>
          <a:p>
            <a:r>
              <a:t>Captions: מעלים סרטון גולמי, והוא מוסיף כתוביות, חותך שתיקות ומוסיף זום. ככה סרטון מהטלפון הופך לפוסט.</a:t>
            </a:r>
          </a:p>
          <a:p>
            <a:r>
              <a:t>(מדגימים על סרטון האווטאר מקודם)</a:t>
            </a:r>
          </a:p>
          <a:p>
            <a:r>
              <a:t>ו-Grok Imagine: סרטונים קצרים ונועזים. בתשלום, אז רק בהדגמה.</a:t>
            </a:r>
          </a:p>
          <a:p>
            <a:r>
              <a:t>וזוכרים את Sora? שומרים עותק של כל מה שיוצרים.</a:t>
            </a:r>
          </a:p>
          <a:p/>
          <a:p>
            <a:r>
              <a:t>➡️ מעבר: ולסיום, הפיצ'ר החדש של קלוד.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 דקות  |  🎯 להכיר את העריכה הישירה של קלוד, כסגירת מעגל עם דף המותג.</a:t>
            </a:r>
          </a:p>
          <a:p/>
          <a:p>
            <a:r>
              <a:t>🧰 הכנה מראש: מנוי קלוד בתשלום, עם עיצוב פתוח להדגמה.</a:t>
            </a:r>
          </a:p>
          <a:p/>
          <a:p>
            <a:r>
              <a:t>🗣 מה לומר:</a:t>
            </a:r>
          </a:p>
          <a:p>
            <a:r>
              <a:t>זוכרים את דף המותג מתחילת הערב? עכשיו הקטע החדש.</a:t>
            </a:r>
          </a:p>
          <a:p>
            <a:r>
              <a:t>ב-Claude Design אפשר ללחוץ על כל אלמנט ולערוך אותו: טקסט, צבע, מיקום. כמו בפיגמה.</a:t>
            </a:r>
          </a:p>
          <a:p>
            <a:r>
              <a:t>או פשוט לבקש בשיחה: "הגדל את הכותרת, החלף לצבע המותג".</a:t>
            </a:r>
          </a:p>
          <a:p>
            <a:r>
              <a:t>ובסוף מייצאים לפאוורפוינט, ל-PDF או לקישור.</a:t>
            </a:r>
          </a:p>
          <a:p>
            <a:r>
              <a:t>(מדגימים: פותחים את דף המותג, ועורכים בקנבס)</a:t>
            </a:r>
          </a:p>
          <a:p>
            <a:r>
              <a:t>זה עדיין בבטא, למנויים בתשלום. אפשר לנסות בחודש ניסיון.</a:t>
            </a:r>
          </a:p>
          <a:p/>
          <a:p>
            <a:r>
              <a:t>➡️ מעבר: ולפני שמפרסמים משהו, ארבעה כללים.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שימוש אחראי: הסכמה, סימון, זכויות ובדיקה.</a:t>
            </a:r>
          </a:p>
          <a:p/>
          <a:p>
            <a:r>
              <a:t>🗣 מה לומר:</a:t>
            </a:r>
          </a:p>
          <a:p>
            <a:r>
              <a:t>ויזואל של AI הוא כוח. ארבעה כללים.</a:t>
            </a:r>
          </a:p>
          <a:p>
            <a:r>
              <a:t>רק אתם: קול ופנים משבטים רק של עצמכם, או באישור בכתב.</a:t>
            </a:r>
          </a:p>
          <a:p>
            <a:r>
              <a:t>מסמנים: בפוסט או בסרטון כותבים שנעשה בעזרת AI.</a:t>
            </a:r>
          </a:p>
          <a:p>
            <a:r>
              <a:t>לא מעתיקים: לא מבקשים "בסגנון של" אמן או מותג קיים.</a:t>
            </a:r>
          </a:p>
          <a:p>
            <a:r>
              <a:t>ובודקים: ידיים, טקסט בתמונה, ומספרים בהצעת מחיר.</a:t>
            </a:r>
          </a:p>
          <a:p>
            <a:r>
              <a:t>והכלל בירוק: אם הייתם מתביישים שהלקוח יגלה איך זה נוצר, אל תפרסמו.</a:t>
            </a:r>
          </a:p>
          <a:p/>
          <a:p>
            <a:r>
              <a:t>➡️ מעבר: ועכשיו, הגלריה.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 דקות  |  🎯 ללמוד מהתוצרים של המשתתפים, ולסגור את התחרות.</a:t>
            </a:r>
          </a:p>
          <a:p/>
          <a:p>
            <a:r>
              <a:t>🏆 אפליקציית הקורס: פותחים הצבעה על האתגרים של הערב.</a:t>
            </a:r>
          </a:p>
          <a:p/>
          <a:p>
            <a:r>
              <a:t>🗣 מה לומר:</a:t>
            </a:r>
          </a:p>
          <a:p>
            <a:r>
              <a:t>פתחתי הצבעה באפליקציה. יש לכם שלוש הצבעות.</a:t>
            </a:r>
          </a:p>
          <a:p>
            <a:r>
              <a:t>(מחכים דקה וחצי)</a:t>
            </a:r>
          </a:p>
          <a:p>
            <a:r>
              <a:t>שלושה מציגים בחרתי מהצ'אט. דקה לכל אחד: מה בניתם, ומה הפתיע אתכם.</a:t>
            </a:r>
          </a:p>
          <a:p>
            <a:r>
              <a:t>(שלושה מציגים)</a:t>
            </a:r>
          </a:p>
          <a:p>
            <a:r>
              <a:t>מה מחפשים? שפה ויזואלית אחידה בכל התוצרים, מסר ברור תוך 3 שניות, מתאים לקהל, ונראה אמין.</a:t>
            </a:r>
          </a:p>
          <a:p>
            <a:r>
              <a:t>(חושפים תוצאות ומכריזים על המנצחים)</a:t>
            </a:r>
          </a:p>
          <a:p/>
          <a:p>
            <a:r>
              <a:t>➡️ מעבר: וכל הכלים של היום, במקום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לתת את כל הקישורים להעתקה.</a:t>
            </a:r>
          </a:p>
          <a:p/>
          <a:p>
            <a:r>
              <a:t>🗣 מה לומר:</a:t>
            </a:r>
          </a:p>
          <a:p>
            <a:r>
              <a:t>כל הכלים של היום, עם קישורים להעתקה. חלקם נותנים לכם קרדיטים או ניסיון חינם כשנרשמים דרכם.</a:t>
            </a:r>
          </a:p>
          <a:p>
            <a:r>
              <a:t>הקישורים בצ'אט, בחוברת, ובארגז הכלים באפליקציה.</a:t>
            </a:r>
          </a:p>
          <a:p>
            <a:r>
              <a:t>(מדביקים את רשימת הקישורים בצ'אט)</a:t>
            </a:r>
          </a:p>
          <a:p/>
          <a:p>
            <a:r>
              <a:t>➡️ מעבר: ומשימת הבית.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 דקות  |  🎯 להשלים את הערכה ולהכין את הקרקע לאוטומציה.</a:t>
            </a:r>
          </a:p>
          <a:p/>
          <a:p>
            <a:r>
              <a:t>🗣 מה לומר:</a:t>
            </a:r>
          </a:p>
          <a:p>
            <a:r>
              <a:t>משימת הבית: להשלים את הערכה.</a:t>
            </a:r>
          </a:p>
          <a:p>
            <a:r>
              <a:t>ערכת מותג. מסך אפליקציה ומצגת. תמונת פרופיל וסרטון אווטאר, ולפחות אחד מהם עולה ללינקדאין או לוואטסאפ.</a:t>
            </a:r>
          </a:p>
          <a:p>
            <a:r>
              <a:t>ודבר רביעי, חשוב: רשמו משימה אחת שחוזרת אצלכם כל שבוע. בשבוע הבא נהפוך אותה לאוטומטית.</a:t>
            </a:r>
          </a:p>
          <a:p>
            <a:r>
              <a:t>העלו את הערכה לאפליקציה. היא תהיה חלק מיום ההצגות בסוף הקורס.</a:t>
            </a:r>
          </a:p>
          <a:p/>
          <a:p>
            <a:r>
              <a:t>➡️ מעבר: ולסיום, שלושה דברים.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 דקות  |  🎯 סגירה עם שלושה מסרים, והכרזת מנצחים.</a:t>
            </a:r>
          </a:p>
          <a:p/>
          <a:p>
            <a:r>
              <a:t>🏆 אפליקציית הקורס: משתפים את טבלת הקורס המצטברת.</a:t>
            </a:r>
          </a:p>
          <a:p/>
          <a:p>
            <a:r>
              <a:t>🗣 מה לומר:</a:t>
            </a:r>
          </a:p>
          <a:p>
            <a:r>
              <a:t>שלושה דברים.</a:t>
            </a:r>
          </a:p>
          <a:p>
            <a:r>
              <a:t>קודם תוכן: אפיון טוב יוצר עיצוב טוב.</a:t>
            </a:r>
          </a:p>
          <a:p>
            <a:r>
              <a:t>שפה אחת בכל הכלים: אותם צבעים ואותו טון בכל מקום.</a:t>
            </a:r>
          </a:p>
          <a:p>
            <a:r>
              <a:t>ואתם במרכז: קול ופנים רק שלכם, מסמנים AI, ובודקים לפני שמפרסמים.</a:t>
            </a:r>
          </a:p>
          <a:p>
            <a:r>
              <a:t>ועכשיו: טבלת הקורס!</a:t>
            </a:r>
          </a:p>
          <a:p>
            <a:r>
              <a:t>(משתפים את הטבלה ומכריזים)</a:t>
            </a:r>
          </a:p>
          <a:p>
            <a:r>
              <a:t>היה מדהים. בשבוע הבא העסק שלכם מתחיל לעבוד לבד. נתראה!</a:t>
            </a:r>
          </a:p>
          <a:p/>
          <a:p>
            <a:r>
              <a:t>➡️ מעבר: סוף המפגש. נשארים לשאלות.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 דקות  |  🎯 לחבר את המפגש לאפיון העסק ממפגש 2 ולהציג את ההבטחה: יוצאים עם ערכה ביד.</a:t>
            </a:r>
          </a:p>
          <a:p/>
          <a:p>
            <a:r>
              <a:t>🧰 הכנה מראש: פותחים מראש: אפליקציית הקורס במסך המרצה, קלוד, Stitch, גאמה, ג'מיני, HeyGen ו-ElevenLabs, כל אחד בלשונית. קובץ ההדבקות לצ'אט פתוח.</a:t>
            </a:r>
          </a:p>
          <a:p/>
          <a:p>
            <a:r>
              <a:t>🗣 מה לומר:</a:t>
            </a:r>
          </a:p>
          <a:p>
            <a:r>
              <a:t>ערב טוב לכולם! היום אחד המפגשים הכי כיפיים בקורס.</a:t>
            </a:r>
          </a:p>
          <a:p>
            <a:r>
              <a:t>במפגש הקודם כתבתם אפיון לעסק שלכם, או למותג שלכם. מילים.</a:t>
            </a:r>
          </a:p>
          <a:p>
            <a:r>
              <a:t>היום המילים האלה מקבלות פנים: צבעים, אפליקציה, מצגת, תמונה, קול, ואפילו אתם בסרטון. בלי מעצב, בלי מצלמה ובלי עורך.</a:t>
            </a:r>
          </a:p>
          <a:p>
            <a:r>
              <a:t>כתבו בצ'אט במילה אחת: על איזה עסק אתם עובדים?</a:t>
            </a:r>
          </a:p>
          <a:p>
            <a:r>
              <a:t>(מקריאים כמה תשובות מהצ'אט)</a:t>
            </a:r>
          </a:p>
          <a:p>
            <a:r>
              <a:t>מעולה. תשאירו את האפיון פתוח, נשתמש בו כל הערב.</a:t>
            </a:r>
          </a:p>
          <a:p/>
          <a:p>
            <a:r>
              <a:t>➡️ מעבר: אבל לפני הכול, מה קרה השבוע בעולם.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1-1.jpeg"/><Relationship Id="rId2" Type="http://schemas.openxmlformats.org/officeDocument/2006/relationships/image" Target="../media/s3-image-1-2.png"/><Relationship Id="rId3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7-1.png"/><Relationship Id="rId2" Type="http://schemas.openxmlformats.org/officeDocument/2006/relationships/image" Target="../media/s3-image-7-2.png"/><Relationship Id="rId3" Type="http://schemas.openxmlformats.org/officeDocument/2006/relationships/image" Target="../media/s3-image-7-1.png"/><Relationship Id="rId4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3-image-8-1.jpeg"/><Relationship Id="rId2" Type="http://schemas.openxmlformats.org/officeDocument/2006/relationships/image" Target="../media/s3-image-8-2.png"/><Relationship Id="rId3" Type="http://schemas.openxmlformats.org/officeDocument/2006/relationships/image" Target="../media/s3-image-8-3.svg"/><Relationship Id="rId4" Type="http://schemas.openxmlformats.org/officeDocument/2006/relationships/image" Target="../media/s3-image-8-4.png"/><Relationship Id="rId5" Type="http://schemas.openxmlformats.org/officeDocument/2006/relationships/image" Target="../media/s3-image-8-5.svg"/><Relationship Id="rId6" Type="http://schemas.openxmlformats.org/officeDocument/2006/relationships/image" Target="../media/s3-image-8-6.png"/><Relationship Id="rId7" Type="http://schemas.openxmlformats.org/officeDocument/2006/relationships/image" Target="../media/s3-image-8-7.svg"/><Relationship Id="rId8" Type="http://schemas.openxmlformats.org/officeDocument/2006/relationships/image" Target="../media/s3-image-8-8.png"/><Relationship Id="rId9" Type="http://schemas.openxmlformats.org/officeDocument/2006/relationships/image" Target="../media/s3-image-8-9.svg"/><Relationship Id="rId10" Type="http://schemas.openxmlformats.org/officeDocument/2006/relationships/image" Target="../media/s3-image-8-10.png"/><Relationship Id="rId1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00.xml"/></Relationships>
</file>

<file path=ppt/slides/_rels/slide2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2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2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5.xml"/></Relationships>
</file>

<file path=ppt/slides/_rels/slide2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6.xml"/></Relationships>
</file>

<file path=ppt/slides/_rels/slide2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2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8.xml"/></Relationships>
</file>

<file path=ppt/slides/_rels/slide2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20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0.xml"/></Relationships>
</file>

<file path=ppt/slides/_rels/slide20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1.xml"/></Relationships>
</file>

<file path=ppt/slides/_rels/slide20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20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20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20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5.xml"/></Relationships>
</file>

<file path=ppt/slides/_rels/slide20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6.xml"/></Relationships>
</file>

<file path=ppt/slides/_rels/slide20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20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20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49.xml"/></Relationships>
</file>

<file path=ppt/slides/_rels/slide20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50.xml"/></Relationships>
</file>

<file path=ppt/slides/_rels/slide20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20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2.xml"/></Relationships>
</file>

<file path=ppt/slides/_rels/slide20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20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4.xml"/></Relationships>
</file>

<file path=ppt/slides/_rels/slide20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20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20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20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20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394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שאתה כותב = מה שאתה מקבל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1262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שכבה שמוסיפים — התשובה משתפרת</a:t>
            </a:r>
            <a:endParaRPr lang="he-IL" sz="1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71812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8834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כותבים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מה מקבלים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רמה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גרועה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חלש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טובה יותר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בינוני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597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שאל + פרטים + כללים + מטרה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תשובה שימושית ומדויקת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 מנצח</a:t>
                      </a:r>
                      <a:endParaRPr lang="en-US" sz="11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1890" y="5408315"/>
            <a:ext cx="1119486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ככל שמוסיפים שכבות — התשובה משתפרת. 30 שניות של כתיבה = פער עצום בתוצאה.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11504821" y="5195689"/>
            <a:ext cx="25399" cy="67091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2902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חיה: בנייה שכבה-שכבה</a:t>
            </a:r>
            <a:endParaRPr lang="he-IL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62770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פגישה, ארבע הרצות — רואים את הפער בזמן אמת</a:t>
            </a:r>
            <a:endParaRPr lang="he-IL" sz="1850" dirty="0"/>
          </a:p>
        </p:txBody>
      </p:sp>
      <p:sp>
        <p:nvSpPr>
          <p:cNvPr id="4" name="Text 2"/>
          <p:cNvSpPr/>
          <p:nvPr/>
        </p:nvSpPr>
        <p:spPr>
          <a:xfrm>
            <a:off x="11152206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90401" y="2258616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4"/>
          <p:cNvSpPr/>
          <p:nvPr/>
        </p:nvSpPr>
        <p:spPr>
          <a:xfrm>
            <a:off x="6190401" y="2403872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— סכם לי את הפגישה.</a:t>
            </a:r>
            <a:endParaRPr lang="he-IL" sz="1850" dirty="0"/>
          </a:p>
        </p:txBody>
      </p:sp>
      <p:sp>
        <p:nvSpPr>
          <p:cNvPr id="7" name="Text 5"/>
          <p:cNvSpPr/>
          <p:nvPr/>
        </p:nvSpPr>
        <p:spPr>
          <a:xfrm>
            <a:off x="6190401" y="2824361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סיכום כללי וחסר</a:t>
            </a:r>
            <a:endParaRPr lang="he-IL" sz="1450" dirty="0"/>
          </a:p>
        </p:txBody>
      </p:sp>
      <p:sp>
        <p:nvSpPr>
          <p:cNvPr id="8" name="Text 6"/>
          <p:cNvSpPr/>
          <p:nvPr/>
        </p:nvSpPr>
        <p:spPr>
          <a:xfrm>
            <a:off x="5623380" y="195332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2258616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403872"/>
            <a:ext cx="5339919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הקשר — סכם פגישת לקוח שדנה בחריגה מתקציב. ציין מטרות ונקודות מרכזיות.</a:t>
            </a:r>
            <a:endParaRPr lang="he-IL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3131443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ממוקד יותר</a:t>
            </a:r>
            <a:endParaRPr lang="he-IL" sz="1450" dirty="0"/>
          </a:p>
        </p:txBody>
      </p:sp>
      <p:sp>
        <p:nvSpPr>
          <p:cNvPr id="12" name="Text 10"/>
          <p:cNvSpPr/>
          <p:nvPr/>
        </p:nvSpPr>
        <p:spPr>
          <a:xfrm>
            <a:off x="11152206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401" y="3994150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01" y="4158357"/>
            <a:ext cx="5339820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פורמט — ...בטבלה: נושא | החלטה | אחראי | תאריך יעד.</a:t>
            </a:r>
            <a:endParaRPr lang="he-IL" sz="1850" dirty="0"/>
          </a:p>
        </p:txBody>
      </p:sp>
      <p:sp>
        <p:nvSpPr>
          <p:cNvPr id="15" name="Text 13"/>
          <p:cNvSpPr/>
          <p:nvPr/>
        </p:nvSpPr>
        <p:spPr>
          <a:xfrm>
            <a:off x="6190401" y="4885928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לשימוש</a:t>
            </a:r>
            <a:endParaRPr lang="he-IL" sz="1450" dirty="0"/>
          </a:p>
        </p:txBody>
      </p:sp>
      <p:sp>
        <p:nvSpPr>
          <p:cNvPr id="16" name="Text 14"/>
          <p:cNvSpPr/>
          <p:nvPr/>
        </p:nvSpPr>
        <p:spPr>
          <a:xfrm>
            <a:off x="5623380" y="370780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013101"/>
            <a:ext cx="5339919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158357"/>
            <a:ext cx="533991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קהל — ...לשליחה למנהל הפרויקט שלא היה בפגישה.</a:t>
            </a:r>
            <a:endParaRPr lang="he-IL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4578846"/>
            <a:ext cx="533991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תוצאה: מוכן לשליחה</a:t>
            </a:r>
            <a:endParaRPr lang="he-IL" sz="1450" dirty="0"/>
          </a:p>
        </p:txBody>
      </p:sp>
      <p:sp>
        <p:nvSpPr>
          <p:cNvPr id="20" name="Shape 18"/>
          <p:cNvSpPr/>
          <p:nvPr/>
        </p:nvSpPr>
        <p:spPr>
          <a:xfrm>
            <a:off x="661475" y="5448102"/>
            <a:ext cx="10868745" cy="699195"/>
          </a:xfrm>
          <a:prstGeom prst="roundRect">
            <a:avLst>
              <a:gd name="adj" fmla="val 11354"/>
            </a:avLst>
          </a:prstGeom>
          <a:solidFill>
            <a:srgbClr val="183A1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90394"/>
            <a:ext cx="236234" cy="1890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6138" y="5722144"/>
            <a:ext cx="1067507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שלב מוסיף שכבה — ורואים את התשובה משתפרת בזמן אמת.</a:t>
            </a:r>
            <a:endParaRPr lang="he-IL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25868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התרגיל המרכזי (20 דקות)</a:t>
            </a:r>
            <a:endParaRPr lang="he-IL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328" y="2222500"/>
            <a:ext cx="189007" cy="18901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04458" y="2461716"/>
            <a:ext cx="3053877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6" name="Text 2"/>
          <p:cNvSpPr/>
          <p:nvPr/>
        </p:nvSpPr>
        <p:spPr>
          <a:xfrm>
            <a:off x="3904458" y="2606973"/>
            <a:ext cx="3053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כתיבה אישית</a:t>
            </a:r>
            <a:endParaRPr lang="he-IL" sz="1850" dirty="0"/>
          </a:p>
        </p:txBody>
      </p:sp>
      <p:sp>
        <p:nvSpPr>
          <p:cNvPr id="7" name="Text 3"/>
          <p:cNvSpPr/>
          <p:nvPr/>
        </p:nvSpPr>
        <p:spPr>
          <a:xfrm>
            <a:off x="3904458" y="3027462"/>
            <a:ext cx="3053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משתתף כותב 3 הנחיות אמיתיות מהעבודה שלו לפי הנוסחה, מריץ ומשפר פעם אחת.</a:t>
            </a:r>
            <a:endParaRPr lang="he-IL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6444" y="2222500"/>
            <a:ext cx="189007" cy="1890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1475" y="2480667"/>
            <a:ext cx="3053976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0" name="Text 5"/>
          <p:cNvSpPr/>
          <p:nvPr/>
        </p:nvSpPr>
        <p:spPr>
          <a:xfrm>
            <a:off x="661475" y="2606973"/>
            <a:ext cx="305397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בזוגות</a:t>
            </a:r>
            <a:endParaRPr lang="he-IL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3027462"/>
            <a:ext cx="305397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אחד מציג לשכן את הלפני-אחרי.</a:t>
            </a:r>
            <a:endParaRPr lang="he-IL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9328" y="4123432"/>
            <a:ext cx="189007" cy="1890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61475" y="4381599"/>
            <a:ext cx="6296860" cy="25400"/>
          </a:xfrm>
          <a:prstGeom prst="rect">
            <a:avLst/>
          </a:prstGeom>
          <a:solidFill>
            <a:srgbClr val="487CFF"/>
          </a:solidFill>
          <a:ln/>
        </p:spPr>
      </p:sp>
      <p:sp>
        <p:nvSpPr>
          <p:cNvPr id="14" name="Text 8"/>
          <p:cNvSpPr/>
          <p:nvPr/>
        </p:nvSpPr>
        <p:spPr>
          <a:xfrm>
            <a:off x="661475" y="4545707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בנק ההנחיות האישי</a:t>
            </a:r>
            <a:endParaRPr lang="he-IL" sz="1850" dirty="0"/>
          </a:p>
        </p:txBody>
      </p:sp>
      <p:sp>
        <p:nvSpPr>
          <p:cNvPr id="15" name="Text 9"/>
          <p:cNvSpPr/>
          <p:nvPr/>
        </p:nvSpPr>
        <p:spPr>
          <a:xfrm>
            <a:off x="661475" y="496619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פותחים מסמך שמור – כל הנחיה שעבדה נכנסת פנימה. תוך חודש יש לכם ספריית עבודה משלכם.</a:t>
            </a:r>
            <a:endParaRPr lang="he-IL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967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500" b="1" spc="-71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תרגול בית</a:t>
            </a:r>
            <a:endParaRPr lang="he-IL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734" y="1491952"/>
            <a:ext cx="3508486" cy="2236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67980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7211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 5 הנחיות לבנק שלכם</a:t>
            </a:r>
            <a:endParaRPr lang="he-IL" sz="1750" dirty="0"/>
          </a:p>
        </p:txBody>
      </p:sp>
      <p:sp>
        <p:nvSpPr>
          <p:cNvPr id="6" name="Text 3"/>
          <p:cNvSpPr/>
          <p:nvPr/>
        </p:nvSpPr>
        <p:spPr>
          <a:xfrm>
            <a:off x="8227211" y="2608262"/>
            <a:ext cx="3097532" cy="914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אספו הנחיות שעובדות. הגדירו מראש איפה נשמר הבנק (Notion / Google Docs / תיקייה) — בלי מיקום קבוע, זה יישאר סיסמה.</a:t>
            </a:r>
            <a:endParaRPr lang="he-IL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605" y="1491952"/>
            <a:ext cx="3508486" cy="223658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85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4708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לפחות עם תפקיד</a:t>
            </a:r>
            <a:endParaRPr lang="he-IL" sz="1750" dirty="0"/>
          </a:p>
        </p:txBody>
      </p:sp>
      <p:sp>
        <p:nvSpPr>
          <p:cNvPr id="10" name="Text 6"/>
          <p:cNvSpPr/>
          <p:nvPr/>
        </p:nvSpPr>
        <p:spPr>
          <a:xfrm>
            <a:off x="454708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בניסוח "אתה..." כדי לתת לכלי תפקיד ברור.</a:t>
            </a:r>
            <a:endParaRPr lang="he-IL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491952"/>
            <a:ext cx="3508486" cy="22365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07721" y="1621631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6952" y="2212479"/>
            <a:ext cx="309753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את הטובה ביותר</a:t>
            </a:r>
            <a:endParaRPr lang="he-IL" sz="1750" dirty="0"/>
          </a:p>
        </p:txBody>
      </p:sp>
      <p:sp>
        <p:nvSpPr>
          <p:cNvPr id="14" name="Text 9"/>
          <p:cNvSpPr/>
          <p:nvPr/>
        </p:nvSpPr>
        <p:spPr>
          <a:xfrm>
            <a:off x="866952" y="2608262"/>
            <a:ext cx="3097532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למפגש הבא – שלושה מציגים ייבחרו להציג את ההנחיה הטובה ביותר שלהם.</a:t>
            </a:r>
            <a:endParaRPr lang="he-IL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00190"/>
            <a:ext cx="10868745" cy="15504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7851" y="4029869"/>
            <a:ext cx="21609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700" b="1" spc="-28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866952" y="4620716"/>
            <a:ext cx="10457792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750" b="1" spc="-35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הביאו גם כישלון אחד</a:t>
            </a:r>
            <a:endParaRPr lang="he-IL" sz="1750" dirty="0"/>
          </a:p>
        </p:txBody>
      </p:sp>
      <p:sp>
        <p:nvSpPr>
          <p:cNvPr id="18" name="Text 12"/>
          <p:cNvSpPr/>
          <p:nvPr/>
        </p:nvSpPr>
        <p:spPr>
          <a:xfrm>
            <a:off x="866952" y="5016500"/>
            <a:ext cx="10457792" cy="22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 שניסיתם ועדיין לא עבדה. זה חומר הגלם הכי טוב למפגש הבא.</a:t>
            </a:r>
            <a:endParaRPr lang="he-IL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5643860"/>
            <a:ext cx="10868745" cy="651073"/>
          </a:xfrm>
          <a:prstGeom prst="roundRect">
            <a:avLst>
              <a:gd name="adj" fmla="val 11622"/>
            </a:avLst>
          </a:prstGeom>
          <a:solidFill>
            <a:srgbClr val="002A8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552" y="5861546"/>
            <a:ext cx="225122" cy="180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7167" y="5860455"/>
            <a:ext cx="1071297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נתראה במפגש הבא עם הנחיות מנצחות! </a:t>
            </a:r>
            <a:pPr rtl="1" algn="r" indent="0" marL="0">
              <a:lnSpc>
                <a:spcPct val="106000"/>
              </a:lnSpc>
              <a:buNone/>
            </a:pPr>
            <a:r>
              <a:rPr lang="he-IL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endParaRPr lang="he-IL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34045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3: מההנחיה אל השגרה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623913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מציגים — ההנחיה הכי טובה מהבנק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623776" y="2214463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גם: כישלון אחד מהבית. שואלים: חסר מי, מה, או איך?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2672755"/>
            <a:ext cx="6296860" cy="944860"/>
          </a:xfrm>
          <a:prstGeom prst="roundRect">
            <a:avLst>
              <a:gd name="adj" fmla="val 8402"/>
            </a:avLst>
          </a:prstGeom>
          <a:solidFill>
            <a:srgbClr val="002A8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291504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2908995"/>
            <a:ext cx="549360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2: למדנו את הנוסחה. היום — מדביקים אותה על העבודה האמיתית שלכם.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4623776" y="3830241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מקצוע, לא תבנית אחת.</a:t>
            </a:r>
            <a:endParaRPr lang="he-IL" sz="1450" dirty="0"/>
          </a:p>
        </p:txBody>
      </p:sp>
      <p:sp>
        <p:nvSpPr>
          <p:cNvPr id="10" name="Shape 6"/>
          <p:cNvSpPr/>
          <p:nvPr/>
        </p:nvSpPr>
        <p:spPr>
          <a:xfrm>
            <a:off x="8476343" y="4288532"/>
            <a:ext cx="3053877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4400" y="4496594"/>
            <a:ext cx="2637764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הנחיות שמורות בבנק</a:t>
            </a:r>
            <a:endParaRPr lang="he-IL" sz="1850" dirty="0"/>
          </a:p>
        </p:txBody>
      </p:sp>
      <p:sp>
        <p:nvSpPr>
          <p:cNvPr id="12" name="Shape 8"/>
          <p:cNvSpPr/>
          <p:nvPr/>
        </p:nvSpPr>
        <p:spPr>
          <a:xfrm>
            <a:off x="5233360" y="4288532"/>
            <a:ext cx="3053976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41417" y="4496594"/>
            <a:ext cx="2637863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 אחד ביד</a:t>
            </a:r>
            <a:endParaRPr lang="he-IL" sz="1850" dirty="0"/>
          </a:p>
        </p:txBody>
      </p:sp>
      <p:sp>
        <p:nvSpPr>
          <p:cNvPr id="14" name="Shape 10"/>
          <p:cNvSpPr/>
          <p:nvPr/>
        </p:nvSpPr>
        <p:spPr>
          <a:xfrm>
            <a:off x="5233360" y="5200749"/>
            <a:ext cx="6296860" cy="723205"/>
          </a:xfrm>
          <a:prstGeom prst="roundRect">
            <a:avLst>
              <a:gd name="adj" fmla="val 109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41417" y="5408811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ברור מתי מחליפים כלי</a:t>
            </a:r>
            <a:endParaRPr lang="he-IL" sz="1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מ־40 עמודים למוכנות ב־10 דקות</a:t>
            </a:r>
            <a:endParaRPr lang="he-IL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21345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992188"/>
            <a:ext cx="118067" cy="94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865" y="992188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מברק אחד. שלוש הודעות באותו צ'אט — שיחה, לא מברק</a:t>
            </a:r>
            <a:endParaRPr lang="he-IL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203523"/>
            <a:ext cx="10868745" cy="4890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2069" y="1459569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he-IL" sz="1850" dirty="0"/>
          </a:p>
        </p:txBody>
      </p:sp>
      <p:sp>
        <p:nvSpPr>
          <p:cNvPr id="8" name="Text 4"/>
          <p:cNvSpPr/>
          <p:nvPr/>
        </p:nvSpPr>
        <p:spPr>
          <a:xfrm>
            <a:off x="7552069" y="1848862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נקודות מרכזיות מתוך המסמך</a:t>
            </a:r>
            <a:endParaRPr lang="he-IL" sz="1450" dirty="0"/>
          </a:p>
        </p:txBody>
      </p:sp>
      <p:sp>
        <p:nvSpPr>
          <p:cNvPr id="9" name="Text 5"/>
          <p:cNvSpPr/>
          <p:nvPr/>
        </p:nvSpPr>
        <p:spPr>
          <a:xfrm>
            <a:off x="5137988" y="5127810"/>
            <a:ext cx="191245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</a:t>
            </a:r>
            <a:endParaRPr lang="he-IL" sz="1850" dirty="0"/>
          </a:p>
        </p:txBody>
      </p:sp>
      <p:sp>
        <p:nvSpPr>
          <p:cNvPr id="10" name="Text 6"/>
          <p:cNvSpPr/>
          <p:nvPr/>
        </p:nvSpPr>
        <p:spPr>
          <a:xfrm>
            <a:off x="5137988" y="5517104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שאלות חכמות לשאול בפגישה</a:t>
            </a:r>
            <a:endParaRPr lang="he-IL" sz="1450" dirty="0"/>
          </a:p>
        </p:txBody>
      </p:sp>
      <p:sp>
        <p:nvSpPr>
          <p:cNvPr id="11" name="Text 7"/>
          <p:cNvSpPr/>
          <p:nvPr/>
        </p:nvSpPr>
        <p:spPr>
          <a:xfrm>
            <a:off x="2817961" y="1422991"/>
            <a:ext cx="1902004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סיכונים</a:t>
            </a:r>
            <a:endParaRPr lang="he-IL" sz="1850" dirty="0"/>
          </a:p>
        </p:txBody>
      </p:sp>
      <p:sp>
        <p:nvSpPr>
          <p:cNvPr id="12" name="Text 8"/>
          <p:cNvSpPr/>
          <p:nvPr/>
        </p:nvSpPr>
        <p:spPr>
          <a:xfrm>
            <a:off x="2817961" y="1812284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7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נקודות במסמך שעלולות לפעול לרעתך</a:t>
            </a:r>
            <a:endParaRPr lang="he-IL" sz="1450" dirty="0"/>
          </a:p>
        </p:txBody>
      </p:sp>
      <p:sp>
        <p:nvSpPr>
          <p:cNvPr id="13" name="Text 9"/>
          <p:cNvSpPr/>
          <p:nvPr/>
        </p:nvSpPr>
        <p:spPr>
          <a:xfrm>
            <a:off x="51890" y="6200676"/>
            <a:ext cx="11336649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מי: אני [תפקיד], הפגישה בעוד שעה, אני לא מומחית למסמך הזה</a:t>
            </a:r>
            <a:endParaRPr lang="he-IL" sz="700" dirty="0"/>
          </a:p>
        </p:txBody>
      </p:sp>
      <p:sp>
        <p:nvSpPr>
          <p:cNvPr id="14" name="Shape 10"/>
          <p:cNvSpPr/>
          <p:nvPr/>
        </p:nvSpPr>
        <p:spPr>
          <a:xfrm>
            <a:off x="11517520" y="6147594"/>
            <a:ext cx="12700" cy="19833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5" name="Shape 11"/>
          <p:cNvSpPr/>
          <p:nvPr/>
        </p:nvSpPr>
        <p:spPr>
          <a:xfrm>
            <a:off x="661475" y="6399014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6469856"/>
            <a:ext cx="118067" cy="94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8865" y="6469856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81000"/>
              </a:lnSpc>
              <a:buNone/>
            </a:pPr>
            <a:r>
              <a:rPr lang="he-IL" alt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כלי: הקובץ בתוך Claude. עובדה חיצונית → Perplexity, ואז חזרה</a:t>
            </a:r>
            <a:endParaRPr lang="he-IL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84808"/>
            <a:ext cx="6296860" cy="575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450" b="1" spc="-70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כלי כתיבה — מתי כל אחד</a:t>
            </a:r>
            <a:endParaRPr lang="he-IL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509812"/>
            <a:ext cx="443001" cy="443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4021" y="1509812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ChatGPT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884021" y="1897360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ניסוח, כיוונים, סיבוב שני. אין קובץ כבד</a:t>
            </a:r>
            <a:endParaRPr lang="he-IL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452687"/>
            <a:ext cx="443001" cy="4430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84021" y="2452687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Claude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884021" y="2840236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מסמך ארוך, דיוק על מה שכתוב בקובץ</a:t>
            </a:r>
            <a:endParaRPr lang="he-IL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395563"/>
            <a:ext cx="443001" cy="443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4021" y="3395563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Gemini (Google)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884021" y="3783112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ב־Gmail / Docs / Drive — לא מעתיקים החוצה</a:t>
            </a:r>
            <a:endParaRPr lang="he-IL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338439"/>
            <a:ext cx="443001" cy="4430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84021" y="4338439"/>
            <a:ext cx="5646199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Copilot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884021" y="4725988"/>
            <a:ext cx="5646199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כבר ב־Word / Outlook / Excel, ויש רישיון. אין רישיון — לא השקף הזה</a:t>
            </a:r>
            <a:endParaRPr lang="he-IL" sz="1350" dirty="0"/>
          </a:p>
        </p:txBody>
      </p:sp>
      <p:sp>
        <p:nvSpPr>
          <p:cNvPr id="16" name="Text 9"/>
          <p:cNvSpPr/>
          <p:nvPr/>
        </p:nvSpPr>
        <p:spPr>
          <a:xfrm>
            <a:off x="4623776" y="5135959"/>
            <a:ext cx="6906444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נשארים באותו צ'אט עד שהמשימה נגמרה. מחליפים כלי רק כשהמשימה התחלפה</a:t>
            </a:r>
            <a:endParaRPr lang="he-IL" sz="1350" dirty="0"/>
          </a:p>
        </p:txBody>
      </p:sp>
      <p:sp>
        <p:nvSpPr>
          <p:cNvPr id="17" name="Shape 10"/>
          <p:cNvSpPr/>
          <p:nvPr/>
        </p:nvSpPr>
        <p:spPr>
          <a:xfrm>
            <a:off x="5233360" y="5545931"/>
            <a:ext cx="6296860" cy="627162"/>
          </a:xfrm>
          <a:prstGeom prst="roundRect">
            <a:avLst>
              <a:gd name="adj" fmla="val 11867"/>
            </a:avLst>
          </a:prstGeom>
          <a:solidFill>
            <a:srgbClr val="002A80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0561" y="5759946"/>
            <a:ext cx="221451" cy="1772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9627" y="5756275"/>
            <a:ext cx="6153393" cy="22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סודי: כלי ארגוני, או מוחקים שמות ומספרים לפני ההעלאה</a:t>
            </a:r>
            <a:endParaRPr lang="he-IL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תנו לו חומר לעבוד איתו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הנחיה טובה + חומר אמיתי = תוצאה מדויקת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3660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הדבקת טקסט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מדביקים מייל, תמלול או מסמך: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"סכם ב-3 נקודות וכתוב טיוטת תשובה."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8756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קובץ מצורף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PDF, וורד או אקסל: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"מה שלושת הסיכונים בחוזה המצורף?"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938528" y="2148840"/>
            <a:ext cx="822960" cy="82296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F2F5FA"/>
                </a:solidFill>
                <a:latin typeface="Arial"/>
                <a:cs typeface="Arial"/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546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תמונה או צילום מסך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576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קבלה, לוח, גרף או פתק:</a:t>
            </a:r>
          </a:p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"הפוך את הצילום הזה לטבלה מסודרת."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32120"/>
            <a:ext cx="10415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⚠️  לפני שמעלים: מוחקים שמות, מספרי זהות ופרטי לקוחות. זוכרים את תיקון 13?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טריק: תנו ל-AI לשפר את ההנחיה שלכם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הוא יודע בדיוק מה הוא צריך לשמוע. פשוט תשאלו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52804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כותבים הנחיה רגילה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"כתוב פוסט על הסדנה שלי"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77900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מבקשים לשפר אותה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"שפר את ההנחיה הזו כדי שאקבל תוצאה מדויקת. שאל אותי מה חסר."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461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600" b="1" i="0" lang="he-IL">
                <a:solidFill>
                  <a:srgbClr val="6296FF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20240"/>
            <a:ext cx="3383280" cy="310896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029968" y="2103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926080"/>
            <a:ext cx="29809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עונים ומריצים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42900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20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מקבלים הנחיה מקצועית, ומריצים אותה בשיחה חדשה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49240"/>
            <a:ext cx="10872216" cy="8229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5349240"/>
            <a:ext cx="10415016" cy="8229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שימו לב: ההנחיה המשופרת היא בדיוק החומר לבנק ההנחיות שלכם. שומרים, ומשתמשים שוב.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התבנית: הנחיה בשש שורות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מעתיקים, ממלאים את הסוגריים, ומריצים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10872216" cy="35204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646920" y="202996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46920" y="202996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תפקיד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אתה [יועץ / עורך / מורה] מנוסה.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57860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46920" y="257860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הקשר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אני [מי אני, ומה המצב].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312724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46920" y="312724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משימה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אני צריך [מה בדיוק, ולמי].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67588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46920" y="3675887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פורמט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התוצאה: [מייל / טבלה / 5 נקודות], באורך [...].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42245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46920" y="42245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גבולות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בלי [הקדמה / סימני קריאה / מונחים מקצועיים].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77316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46920" y="477316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50" b="1" i="0" lang="he-IL">
                <a:solidFill>
                  <a:srgbClr val="6296FF"/>
                </a:solidFill>
                <a:latin typeface="Arial"/>
                <a:cs typeface="Arial"/>
              </a:rPr>
              <a:t>דוגמה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73168"/>
            <a:ext cx="8549640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2F5FA"/>
                </a:solidFill>
                <a:latin typeface="Arial"/>
                <a:cs typeface="Arial"/>
              </a:rPr>
              <a:t>הנה דוגמה לסגנון שאני אוהב: [...]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📌  התבנית נשלחת עכשיו בצ'אט. שמרו אותה: זו ההנחיה הראשונה בבנק שלכם.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🔍 נחשו את ההנחיה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זה מה שה-AI כתב. איזו הנחיה הובילה לזה?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6958584" cy="342900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46320" y="2084831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A9B4C6"/>
                </a:solidFill>
                <a:latin typeface="Arial"/>
                <a:cs typeface="Arial"/>
              </a:rPr>
              <a:t>💬  התשובה של ה-AI: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606040"/>
            <a:ext cx="6400800" cy="2651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שלושה רעיונות לארוחת ערב טבעונית לזוג, עד 20 דקות הכנה:</a:t>
            </a:r>
          </a:p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1. פסטה עם עגבניות שרי, שום ובזיליקום</a:t>
            </a:r>
          </a:p>
          <a:p>
            <a:pPr rtl="1" algn="r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2. טורטייה עם חומוס וירקות קלויים</a:t>
            </a:r>
          </a:p>
          <a:p>
            <a:pPr rtl="1" algn="r" marL="0" indent="0">
              <a:lnSpc>
                <a:spcPct val="108000"/>
              </a:lnSpc>
              <a:buNone/>
            </a:pPr>
            <a:r>
              <a:rPr sz="1600" b="0" i="0" lang="he-IL">
                <a:solidFill>
                  <a:srgbClr val="F2F5FA"/>
                </a:solidFill>
                <a:latin typeface="Arial"/>
                <a:cs typeface="Arial"/>
              </a:rPr>
              <a:t>3. מוקפץ טופו עם אורז מוכן ובוטנים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657600" cy="34290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EBEDF0"/>
                </a:solidFill>
                <a:latin typeface="Arial"/>
                <a:cs typeface="Arial"/>
              </a:rPr>
              <a:t>🕵️  רמזים לחפש: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מי הקהל?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כמה פריטים?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איזו מגבלה?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איזה פורמט?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✍️  כתבו במשחק או בצ'אט את ההנחיה שלדעתכם יצרה את זה. הכי קרובה מנצחת.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🎯 כרטיסי משימה למעבדה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בחרו משימה, או הביאו משימה אמיתית משלכם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גבייה בנימוס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מייל ללקוח שמאחר 45 יום בתשלום של 3,200 ₪. אדיב, אבל ברור.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239512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סיכום פגישה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הפכו את תמליל הפגישה (בצ'אט) לטבלה: נושא, החלטה, אחראי, תאריך.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799064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פוסט לעסק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פוסט לאינסטגרם על מבצע סוף עונה. שלוש גרסאות בשלושה טונים.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39512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השוואת הצעות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טבלת השוואה בין שלוש הצעות מחיר (בצ'אט), עם המלצה מנומקת.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⏱️  15 דקות בחדרי עבודה. בסוף מדביקים במשחק את ההנחיה הכי טובה, לפני ואחרי.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209998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3700" b="1" spc="-74" kern="0" dirty="0">
                <a:solidFill>
                  <a:srgbClr val="F2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AI בסיסי למתחילים</a:t>
            </a:r>
            <a:endParaRPr lang="he-IL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899866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850" b="1" spc="-37" kern="0" dirty="0">
                <a:solidFill>
                  <a:srgbClr val="FAC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3: העסק שלכם מקבל פנים</a:t>
            </a:r>
            <a:endParaRPr lang="he-IL" sz="1850" dirty="0"/>
          </a:p>
        </p:txBody>
      </p:sp>
      <p:sp>
        <p:nvSpPr>
          <p:cNvPr id="5" name="Text 2"/>
          <p:cNvSpPr/>
          <p:nvPr/>
        </p:nvSpPr>
        <p:spPr>
          <a:xfrm>
            <a:off x="4928568" y="3490416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EB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מותג, אפליקציה, מצגת, תמונה, קול ווידאו. הכול היום</a:t>
            </a:r>
            <a:endParaRPr lang="he-IL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948708"/>
            <a:ext cx="6296860" cy="699195"/>
          </a:xfrm>
          <a:prstGeom prst="roundRect">
            <a:avLst>
              <a:gd name="adj" fmla="val 11354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19100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8024" y="4184948"/>
            <a:ext cx="610319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8000"/>
              </a:lnSpc>
              <a:buNone/>
            </a:pPr>
            <a:r>
              <a:rPr lang="he-IL" alt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 של היום: קודם אפיון, אחר כך עיצוב. ואתם יוצאים עם ערכה ביד.</a:t>
            </a:r>
            <a:endParaRPr lang="he-IL" sz="1450"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📰 מה חדש השבוע ב-AI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מה קרה בעולם ה-AI מאז שנפגשנו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57200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AC496"/>
                </a:solidFill>
                <a:latin typeface="Arial"/>
                <a:cs typeface="Arial"/>
              </a:rPr>
              <a:t>ElevenLabs · 28.9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6888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10000"/>
              </a:lnSpc>
              <a:buNone/>
            </a:pPr>
            <a:r>
              <a:rPr sz="2400" b="1" i="0" lang="he-IL">
                <a:solidFill>
                  <a:srgbClr val="F2F5FA"/>
                </a:solidFill>
                <a:latin typeface="Arial"/>
                <a:cs typeface="Arial"/>
              </a:rPr>
              <a:t>Eleven v4: קול אנושי ומלא רגש ב-90 שפות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79476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0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מודל הקול החדש מקריא עם רגש והדגשות. היום נשמע אותו, וננסה ליצור קול לעסק שלכם.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874519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829800" y="1874519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OpenAI · 24.9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874519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Sora נסגר: שומרים עותק של מה שיוצרים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96896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829800" y="2596896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Meta · 23.9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596896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Muse: עוזר אישי עם אווטאר מדבר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3319272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829800" y="3319272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19272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Gemini Omni: וידאו מכל דבר, חינם ב-YouTube Create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041648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29800" y="4041648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041648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Claude Design: עורכים עיצוב ישירות על הקנבס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4764024"/>
            <a:ext cx="6089904" cy="621792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29800" y="4764024"/>
            <a:ext cx="160020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150" b="1" i="0" lang="he-IL">
                <a:solidFill>
                  <a:srgbClr val="FAC496"/>
                </a:solidFill>
                <a:latin typeface="Arial"/>
                <a:cs typeface="Arial"/>
              </a:rPr>
              <a:t>ישראל · ספטמבר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764024"/>
            <a:ext cx="4206240" cy="62179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EBEDF0"/>
                </a:solidFill>
                <a:latin typeface="Arial"/>
                <a:cs typeface="Arial"/>
              </a:rPr>
              <a:t>הייטק ישראלי גייס 2.5 מיליארד דולר בחודש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💬  כתבו בצ'אט: איזו מהחדשות הכי מסקרנת אתכם? על המנצחת נדבר דקה.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המסע של היום: מאפיון לערכת עסק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את האפיון כתבתם במפגש הקודם. היום הוא מקבל פנים, קול ותנועה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45952" y="1874519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9202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מותג: צבעים, פונטים וטון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4767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קלוד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45952" y="2478024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5237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אפליקציה מהאפיון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5117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סטיץ' של גוגל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45952" y="3081528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272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מצגת והצעת מחיר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גאמה, קנבה, קופיילוט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5952" y="3685031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3075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תמונת פרופיל ולינקדאין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58183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ג'מיני, צ'אט ג'יפיטי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45952" y="4288536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334255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קול ואווטאר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616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הייג'ן, אילבן לאבס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45952" y="4892040"/>
            <a:ext cx="438912" cy="438912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93775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וידאו, כתוביות ועריכה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6519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6296FF"/>
                </a:solidFill>
                <a:latin typeface="Arial"/>
                <a:cs typeface="Arial"/>
              </a:rPr>
              <a:t>Omni, Captions, Claude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74519"/>
            <a:ext cx="35661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" y="2057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F2F5FA"/>
                </a:solidFill>
                <a:latin typeface="Arial"/>
                <a:cs typeface="Arial"/>
              </a:rPr>
              <a:t>🎒 הערכה שלכם בסוף היום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560320"/>
            <a:ext cx="3154680" cy="27432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ערכת מותג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מסך אפליקציה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מצגת של 6 שקפים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תמונת פרופיל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סרטון אווטאר קצר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כל תוצר נכנס לאתגר באפליקציית הקורס. בסוף נכריז על הערכה של הערב.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הכלל שחוסך שעות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קודם תוכן, אחר כך עיצוב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האפיון ממפגש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מי הלקוח, מה מוכרים, מה הטון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9992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AI הופך אותו לשפה ויזואלית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39242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צבעים, פונטים, סגנון תמונות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931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95935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אותה שפה בכל הכלים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35254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אפליקציה, מצגת, תמונות ווידאו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5120640"/>
            <a:ext cx="6300216" cy="91440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58968" y="5120640"/>
            <a:ext cx="5843016" cy="9144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💡  בלי אפיון? כתבו עכשיו 3 שורות בצ'אט: מה העסק, למי הוא, ואיך הוא צריך להרגיש.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le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המותג שלכם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צבעים, פונטים וטון, בעשר דקות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🎨 ערכת מותג בקלוד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מדביקים את האפיון, ומקבלים שפה ויזואלית שלמה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66928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 (בצ'אט ובחוברת)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32887"/>
            <a:ext cx="521208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"הנה האפיון של העסק שלי: [מדביקים]. בנה לי ערכת מותג: 5 צבעים עם קוד HEX ומה כל אחד מבטא, 2 פונטים חינמיים בעברית, 3 מילים שמתארות את הטון, ורעיון ללוגו. בסוף הצג את הכול כדף ויזואלי אחד."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476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מדביקים את האפיון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4086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מהמפגש הקודם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מקבלים דף מותג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278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קלוד מציג אותו כעמוד חי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216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משפרים בשיחה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"פחות רשמי", "צבע ראשי חם יותר"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085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שומרים את קודי הצבע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017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נשתמש בהם בכל כלי היום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אתגר באפליקציה: "ערכת מותג". הדביקו את ההנחיה הכי טובה שלכם.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האפליקציה שלכם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מאפיון למסך אמיתי עם Google Stitch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📱 Google Stitch: מתארים, והוא מעצב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כלי חינמי של גוגל שהופך תיאור במילים למסכי אפליקציה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נכנסים ל-Stitch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stitch.withgoogle.com, עם חשבון גוגל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מדביקים את ההנחיה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האפיון + צבעי המותג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מקבלים 3 מסכים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בית, מוצר, יצירת קשר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משפרים ומשתפים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"כפתור בולט יותר", ואז קישור שיתוף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874519"/>
            <a:ext cx="53949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 ל-Stitch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532887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"Design a mobile app for my business: [one line from the spec]. Screens: home, product, contact. Brand colors: [HEX codes]. Style: [3 tone words]. Hebrew, right-to-left."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כותבים באנגלית ומבקשים עברית ו-RTL. כך מקבלים את התוצאה הכי מדויקת.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🎰 הגרלת מציגים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מי רוצה להראות את האפליקציה שבנה?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0368" y="1874519"/>
            <a:ext cx="6300216" cy="1234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13248" y="1965960"/>
            <a:ext cx="5934456" cy="3200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A9B4C6"/>
                </a:solidFill>
                <a:latin typeface="Arial"/>
                <a:cs typeface="Arial"/>
              </a:rPr>
              <a:t>נרשמים באפליקציית הקורס, בלשונית "הגרלה":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13248" y="2331720"/>
            <a:ext cx="5934456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2000" b="1" i="0" lang="he-IL">
                <a:solidFill>
                  <a:srgbClr val="F2F5FA"/>
                </a:solidFill>
                <a:latin typeface="Arial"/>
                <a:cs typeface="Arial"/>
              </a:rPr>
              <a:t>ai-quiz-live.lovable.app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3337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3364991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לוחצים "אני רוצה להציג"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75818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ומדביקים את קישור השיתוף מ-Stitch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41148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המחשב מגריל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50799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בשידור חי, על המסך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4837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86460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דקה לכל מציג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52578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משתפים מסך ומספרים מה בנו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571500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58968" y="571500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👏  מי שהוגרל מקבל 30 נקודות בטבלה של הקורס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מצגת והצעת מחיר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גאמה, קנבה וקופיילוט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שלושה כלים למצגות: מתי כל אחד?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כולם בונים מצגת מטקסט. ההבדל הוא מאיפה מתחילים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63455" y="1874519"/>
            <a:ext cx="21396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27463" y="1874519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309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4710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Gamma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6674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Canva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99" y="1874519"/>
            <a:ext cx="2862072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7" y="1874519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Copilot ב-PowerPoint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5" y="2450591"/>
            <a:ext cx="21396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27463" y="2450591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מתאים כש...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5" y="2450591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47103" y="2450591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יש לכם תוכן ורוצים מצגת מהר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5" y="2450591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66743" y="2450591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רוצים עיצוב מדויק ומיתוג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799" y="2450591"/>
            <a:ext cx="2862072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7" y="2450591"/>
            <a:ext cx="273405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עובדים בארגון עם אופיס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3455" y="3145535"/>
            <a:ext cx="21396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27463" y="3145535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נקודת התחלה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5" y="3145535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47103" y="3145535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טקסט או מסמך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2735" y="3145535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66743" y="3145535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תבנית או טקסט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799" y="3145535"/>
            <a:ext cx="2862072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7" y="3145535"/>
            <a:ext cx="273405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קובץ וורד או הנחיה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5" y="3840479"/>
            <a:ext cx="21396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27463" y="3840479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חינם?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3095" y="3840479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47103" y="3840479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כן, קרדיטים התחלתיים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2735" y="3840479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66743" y="3840479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כן, עם הגבלות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799" y="3840479"/>
            <a:ext cx="2862072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9807" y="3840479"/>
            <a:ext cx="273405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בתשלום (מיקרוסופט 365)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63455" y="4535424"/>
            <a:ext cx="21396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427463" y="4535424"/>
            <a:ext cx="20116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עברית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83095" y="4535424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47103" y="4535424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חלקית, בבטא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2735" y="4535424"/>
            <a:ext cx="2825496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66743" y="4535424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טובה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799" y="4535424"/>
            <a:ext cx="2862072" cy="640080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9807" y="4535424"/>
            <a:ext cx="273405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טובה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💡  היום עובדים בגאמה, כי הוא הכי מהיר מאפיון למצגת. קנבה וקופיילוט בהדגמה.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🖥️ מצגת לעסק בגאמה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6 שקפים מהאפיון, עם צבעי המותג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566928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ההנחיה לגאמה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532887"/>
            <a:ext cx="521208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500" b="0" i="0" lang="he-IL">
                <a:solidFill>
                  <a:srgbClr val="EBEDF0"/>
                </a:solidFill>
                <a:latin typeface="Arial"/>
                <a:cs typeface="Arial"/>
              </a:rPr>
              <a:t>"בנה מצגת של 6 שקפים שמציגה את העסק שלי ללקוח חדש. האפיון: [מדביקים]. שקף 1 הבעיה, 2 הפתרון, 3 למי זה מתאים, 4 איך זה עובד, 5 מחירים, 6 קריאה לפעולה. צבעים: [HEX]. עברית, משפטים קצרים."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476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Create new, ואז Paste in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4086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מדביקים את ההנחיה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בוחרים ערכת עיצוב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278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ומתאימים לצבעי המותג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2160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עורכים שקף אחד בעזרת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"קצר את הטקסט, הוסף אייקון"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60857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משתפים קישור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0176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ומדביקים באתגר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⏱️  8 דקות. לא צריך מושלם, צריך מצגת שהייתם שולחים ללקוח.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💰 הצעת מחיר ללקוח, בשתי הנחיות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קודם תוכן מדויק, אחר כך מסמך יפה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התוכן: בקלוד או בצ'אט ג'יפיטי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שירותים, מחירים, תנאים ותוקף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בדיקה: "מה חסר? מה הלקוח ישאל?"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כלל 5 ממפגש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המסמך: בגאמה או בקנבה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Document, עם צבעי המותג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PDF ושליחה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ובודקים כל מספר לפני ששולחים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874519"/>
            <a:ext cx="53949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📋  הנחיה 1: התוכן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532887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"אתה יועץ עסקי. כתוב הצעת מחיר ל[לקוח] עבור [שירות]. כלול: פתיח אישי של 2 שורות, טבלת שירותים ומחירים, מה כלול ומה לא, תנאי תשלום, תוקף של 14 יום. טון: [מהמותג]."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⚠️  ה-AI לא יודע את המחירים שלכם. מספרים תמיד ממלאים ובודקים בעצמכם.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19456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5400" b="1" i="0" lang="he-IL">
                <a:solidFill>
                  <a:srgbClr val="F2F5FA"/>
                </a:solidFill>
                <a:latin typeface="Arial"/>
                <a:cs typeface="Arial"/>
              </a:rPr>
              <a:t>☕ הפסקה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20040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2000" b="0" i="0" lang="he-IL">
                <a:solidFill>
                  <a:srgbClr val="FAC496"/>
                </a:solidFill>
                <a:latin typeface="Arial"/>
                <a:cs typeface="Arial"/>
              </a:rPr>
              <a:t>5 דקות. משאירים את גאמה פתוח.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A9B4C6"/>
                </a:solidFill>
                <a:latin typeface="Arial"/>
                <a:cs typeface="Arial"/>
              </a:rPr>
              <a:t>בחזרה: תמונות, קול, אווטאר ווידאו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vat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תמונות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תמונת פרופיל, לינקדאין ותמונות לעסק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שלושה מחוללי תמונות, הנחיה אחת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מריצים את אותה הנחיה בשלושתם, והקהל מצביע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63455" y="1874519"/>
            <a:ext cx="21396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27463" y="1874519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309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4710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ChatGPT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6674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Gemini (Nano Banana)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99" y="1874519"/>
            <a:ext cx="2862072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7" y="1874519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Grok Imagine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5" y="2450591"/>
            <a:ext cx="21396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27463" y="2450591"/>
            <a:ext cx="20116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חזק ב...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5" y="2450591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47103" y="245059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טקסט בתוך תמונה, עריכה בשיחה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5" y="2450591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66743" y="245059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עריכת תמונה קיימת ושמירה על פנים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799" y="2450591"/>
            <a:ext cx="2862072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7" y="2450591"/>
            <a:ext cx="2734056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סגנון נועז ומהיר, גם וידאו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3455" y="3218687"/>
            <a:ext cx="21396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27463" y="3218687"/>
            <a:ext cx="20116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חינם?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5" y="3218687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47103" y="3218687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כן, מכסה יומית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2735" y="3218687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66743" y="3218687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כן, מכסה יומית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799" y="3218687"/>
            <a:ext cx="2862072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7" y="3218687"/>
            <a:ext cx="2734056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לא, רק בתשלום (מרץ 2026)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5" y="3986783"/>
            <a:ext cx="21396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27463" y="3986783"/>
            <a:ext cx="20116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הכי טוב ל...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3095" y="3986783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47103" y="3986783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באנרים ופוסטים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2735" y="3986783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66743" y="3986783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תמונת פרופיל מסלפי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799" y="3986783"/>
            <a:ext cx="2862072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9807" y="3986783"/>
            <a:ext cx="2734056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השראה ורעיונות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872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983480"/>
            <a:ext cx="10415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🧪  ההנחיה להשוואה: "לוגו מינימליסטי לעסק [שם], בצבעים [HEX], על רקע לבן, בלי טקסט"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623560"/>
            <a:ext cx="10872216" cy="54864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86968" y="5623560"/>
            <a:ext cx="10415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🗳️  הצבעה בצ'אט: 1, 2 או 3. איזו תוצאה הייתם שמים על כרטיס ביקור?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📸 תמונת פרופיל ותמונה ללינקדאין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מסלפי רגיל לתמונה מקצועית, בג'מיני או בצ'אט ג'יפיטי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74519"/>
            <a:ext cx="5221224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37960" y="2057400"/>
            <a:ext cx="476402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👔  לינקדאין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532887"/>
            <a:ext cx="4764024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"מצרף/ת סלפי. צור ממנו תמונת פרופיל מקצועית ללינקדאין: רקע אפור בהיר מטושטש, תאורה רכה, חולצה מכופתרת, חיוך טבעי. שמור על הפנים שלי בדיוק כמו שהן."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5394960" cy="35204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✨  פרופיל לעסק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7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"מצרף/ת סלפי. צור תמונת פרופיל לעסק שלי ב[תחום]: רקע בצבע [HEX], סגנון [טון המותג], חצי גוף, מבט למצלמה. שמור על הפנים שלי כמו שהן."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🔒  מעלים רק תמונה של עצמכם. תמונה של אדם אחר רק באישור שלו.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קול ואווטאר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הקול שלכם והפנים שלכם, בדיגיטל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🎙️ ElevenLabs: קול לעסק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קריינות אנושית לסרטונים, מצגות ופודקאסט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בחינם: קול מוכן מהספרייה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מדביקים טקסט ובוחרים מודל v3 או v4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9260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9535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רק להכיר: שכפול הקול שלכם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3467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בתשלום. בחינם עושים את זה עם האווטאר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8679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מורידים קובץ שמע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2611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ומשלבים במצגת או בסרטון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489204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58968" y="489204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🎧  נסו בחינם: אותו משפט בשלושה קולות. הצביעו בצ'אט.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5577840"/>
            <a:ext cx="6300216" cy="54864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58968" y="5577840"/>
            <a:ext cx="5843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🔒  משבטים רק את הקול שלכם. אף פעם קול של אדם אחר.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🧑‍💻 אווטאר: אתם, מדברים, בלי מצלמה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שלושה כלים, מה כל אחד נותן בחינם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63455" y="1874519"/>
            <a:ext cx="21396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27463" y="1874519"/>
            <a:ext cx="20116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309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4710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HeyGen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5" y="1874519"/>
            <a:ext cx="2825496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66743" y="1874519"/>
            <a:ext cx="2697479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D-ID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799" y="1874519"/>
            <a:ext cx="2862072" cy="502920"/>
          </a:xfrm>
          <a:prstGeom prst="roundRect">
            <a:avLst>
              <a:gd name="adj" fmla="val 15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7" y="1874519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1" i="0" lang="he-IL">
                <a:solidFill>
                  <a:srgbClr val="F2F5FA"/>
                </a:solidFill>
                <a:latin typeface="Arial"/>
                <a:cs typeface="Arial"/>
              </a:rPr>
              <a:t>Gemini Omni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5" y="2450591"/>
            <a:ext cx="21396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427463" y="2450591"/>
            <a:ext cx="20116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מה מקבלים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5" y="2450591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47103" y="245059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תאום דיגיטלי שלכם, מדבר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5" y="2450591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66743" y="2450591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תמונה שמתחילה לדבר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799" y="2450591"/>
            <a:ext cx="2862072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7" y="2450591"/>
            <a:ext cx="2734056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וידאו מכל קלט, גם אווטאר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63455" y="3218687"/>
            <a:ext cx="21396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427463" y="3218687"/>
            <a:ext cx="20116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בחינם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5" y="3218687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47103" y="3218687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אווטאר אחד, 3 סרטונים בחודש, עד דקה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2735" y="3218687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666743" y="3218687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ניסיון של 14 יום, עם סימן מים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799" y="3218687"/>
            <a:ext cx="2862072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7" y="3218687"/>
            <a:ext cx="2734056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בתוך YouTube Create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5" y="3986783"/>
            <a:ext cx="21396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27463" y="3986783"/>
            <a:ext cx="20116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00" b="1" i="0" lang="he-IL">
                <a:solidFill>
                  <a:srgbClr val="F2F5FA"/>
                </a:solidFill>
                <a:latin typeface="Arial"/>
                <a:cs typeface="Arial"/>
              </a:rPr>
              <a:t>היום עושים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83095" y="3986783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47103" y="3986783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✅  סרטון של 20 שניות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2735" y="3986783"/>
            <a:ext cx="2825496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66743" y="3986783"/>
            <a:ext cx="2697479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הדגמה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799" y="3986783"/>
            <a:ext cx="2862072" cy="713232"/>
          </a:xfrm>
          <a:prstGeom prst="roundRect">
            <a:avLst>
              <a:gd name="adj" fmla="val 12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9807" y="3986783"/>
            <a:ext cx="2734056" cy="7132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300" b="0" i="0" lang="he-IL">
                <a:solidFill>
                  <a:srgbClr val="EBEDF0"/>
                </a:solidFill>
                <a:latin typeface="Arial"/>
                <a:cs typeface="Arial"/>
              </a:rPr>
              <a:t>הדגמה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83480"/>
            <a:ext cx="10872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4983480"/>
            <a:ext cx="10415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📋  התסריט: "כתוב תסריט של 20 שניות שבו אני מציג/ה את העסק שלי: [אפיון]. משפט פתיחה שתופס, תועלת אחת, קריאה לפעולה."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623560"/>
            <a:ext cx="10872216" cy="54864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86968" y="5623560"/>
            <a:ext cx="10415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🏆  אתגר באפליקציה: "תסריט 20 שניות לאווטאר"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l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Box 2"/>
          <p:cNvSpPr txBox="1"/>
          <p:nvPr/>
        </p:nvSpPr>
        <p:spPr>
          <a:xfrm>
            <a:off x="5230368" y="2011680"/>
            <a:ext cx="6300216" cy="9144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6000" b="1" i="0" lang="he-IL">
                <a:solidFill>
                  <a:srgbClr val="6296FF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3017520"/>
            <a:ext cx="6300216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F2F5FA"/>
                </a:solidFill>
                <a:latin typeface="Arial"/>
                <a:cs typeface="Arial"/>
              </a:rPr>
              <a:t>וידאו ועריכה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368" y="3931920"/>
            <a:ext cx="6300216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0" i="0" lang="he-IL">
                <a:solidFill>
                  <a:srgbClr val="FAC496"/>
                </a:solidFill>
                <a:latin typeface="Arial"/>
                <a:cs typeface="Arial"/>
              </a:rPr>
              <a:t>מתמונה לסרטון, ומסרטון לפוסט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🎬 וידאו בלי מצלמה ובלי עורך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שלושה כלים שכדאי להכיר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1104" y="1874519"/>
            <a:ext cx="3459480" cy="2743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🎞️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3984" y="2112263"/>
            <a:ext cx="2499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Gemini Omni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3984" y="2624327"/>
            <a:ext cx="3093720" cy="187451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וידאו מתמונה, טקסט או קול. עורכים בשיחה: "עכשיו בלילה". חינם ב-YouTube Create.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4736" y="1874519"/>
            <a:ext cx="3459480" cy="2743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092696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7616" y="2112263"/>
            <a:ext cx="2499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Captions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616" y="2624327"/>
            <a:ext cx="3093720" cy="187451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כתוביות אוטומטיות, חיתוך שתיקות וזום. הופך סרטון גולמי לפוסט.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3459480" cy="2743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386328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12263"/>
            <a:ext cx="249936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Grok Imagine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624327"/>
            <a:ext cx="3093720" cy="187451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סרטונים קצרים ונועזים מהנחיה. בתשלום, נראה בהדגמה.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92040"/>
            <a:ext cx="10872216" cy="54864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892040"/>
            <a:ext cx="1041501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🧠  טיפ: כמו בכתיבה, גם כאן מי, מה, איך: נושא, תנועה, סגנון, אורך.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4B3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⚠️  כלי וידאו מופיעים ונעלמים (Sora נסגר בספטמבר). שומרים עותק של כל מה שיוצרים.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le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itle"/>
          <p:cNvSpPr txBox="1"/>
          <p:nvPr/>
        </p:nvSpPr>
        <p:spPr>
          <a:xfrm>
            <a:off x="5230368" y="502920"/>
            <a:ext cx="6300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✏️ Claude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0368" y="1280160"/>
            <a:ext cx="6300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הפיצ'ר החדש של קלוד: עורכים ישירות על הקנבס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027664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368" y="2039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מבקשים עיצוב, מצגת או דף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243230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בתוך שיחה רגילה עם קלוד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27664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86207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לוחצים על כל אלמנט ועורכים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325526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טקסט, צבע, מיקום, כמו בפיגמה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27664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68503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או מבקשים בשיחה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407822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"הגדל את הכותרת, החלף לצבע המותג"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027664" y="4480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507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מייצאים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490118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PowerPoint, PDF או קישור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5486400"/>
            <a:ext cx="6300216" cy="6400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58968" y="5486400"/>
            <a:ext cx="5843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💡  בבטא, למנויים בתשלום. נראה בהדגמה, ואפשר לנסות בחודש ניסיון.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⚖️ ארבעה כללים לפני שמפרסמים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ויזואל של AI הוא כוח. הנה איך משתמשים בו נכון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799064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רק אתם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קול ופנים משבטים רק של עצמכם, או באישור בכתב.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239512" y="2057400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🏷️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12263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מסמנים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24327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בפוסט או בסרטון כותבים שנעשה בעזרת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799064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©️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לא מעתיקים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לא מבקשים "בסגנון של" אמן או מותג קיים.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5312664" cy="160020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39512" y="3858768"/>
            <a:ext cx="548640" cy="548640"/>
          </a:xfrm>
          <a:prstGeom prst="ellipse">
            <a:avLst/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F2F5FA"/>
                </a:solidFill>
                <a:latin typeface="Arial"/>
                <a:cs typeface="Arial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13631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50" b="1" i="0" lang="he-IL">
                <a:solidFill>
                  <a:srgbClr val="EBEDF0"/>
                </a:solidFill>
                <a:latin typeface="Arial"/>
                <a:cs typeface="Arial"/>
              </a:rPr>
              <a:t>בודקים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25696"/>
            <a:ext cx="494690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EBEDF0"/>
                </a:solidFill>
                <a:latin typeface="Arial"/>
                <a:cs typeface="Arial"/>
              </a:rPr>
              <a:t>ידיים, טקסט בתמונה, מספרים בהצעת מחיר.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🧭  הכלל: אם הייתם מתביישים שהלקוח יגלה איך זה נוצר, אל תפרסמו.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🖼️ גלריית הערכות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הכי טובות של הערב, על המסך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מצביעים באפליקציה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על הערכה, המצגת והתמונה הכי טובות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שלושה מציגים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דקה לכל אחד: מה בניתם, ומה הפתיע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מכריזים על המנצחים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וטבלת הקורס מתעדכנת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EBEDF0"/>
                </a:solidFill>
                <a:latin typeface="Arial"/>
                <a:cs typeface="Arial"/>
              </a:rPr>
              <a:t>✅  מה מחפשים: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65176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שפה ויזואלית אחידה בכל התוצרים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מסר ברור תוך 3 שניות</a:t>
            </a:r>
          </a:p>
          <a:p>
            <a:pPr rtl="1" algn="r" marL="285750" indent="-28575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מתאים לקהל של העסק</a:t>
            </a:r>
          </a:p>
          <a:p>
            <a:pPr rtl="1" algn="r" marL="285750" indent="-285750">
              <a:lnSpc>
                <a:spcPct val="108000"/>
              </a:lnSpc>
              <a:buSzPct val="100000"/>
              <a:buChar char="•"/>
            </a:pPr>
            <a:r>
              <a:rPr sz="1550" b="0" i="0" lang="he-IL">
                <a:solidFill>
                  <a:srgbClr val="EBEDF0"/>
                </a:solidFill>
                <a:latin typeface="Arial"/>
                <a:cs typeface="Arial"/>
              </a:rPr>
              <a:t>נראה אמין, לא "AI מדי"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👏  כל תוצר שיצרתם היום הוא נכס לעסק. שמרו הכול בתיקייה אחת.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🧰 ארגז הכלים של היום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הקישורים להעתקה. חלקם נותנים לכם קרדיטים או ניסיון חינם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58912" y="1874519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935321" y="1874519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8640" y="1874519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claude.ai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8912" y="2569463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35321" y="2569463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Google Stitch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640" y="2569463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stitch.withgoogle.com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8912" y="3264408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35321" y="3264408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Gamma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8640" y="3264408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gamma.app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8912" y="3959352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935321" y="3959352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Canva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0" y="3959352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canva.com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640" y="1874519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35049" y="1874519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8368" y="1874519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gemini.google.com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8640" y="2569463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5049" y="2569463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ChatGPT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8368" y="2569463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chatgpt.com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8640" y="3264408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35049" y="3264408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ElevenLabs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8368" y="3264408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elevenlabs.io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58640" y="3959352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35049" y="3959352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HeyGen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8368" y="3959352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heygen.com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1874519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534777" y="1874519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D-ID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1874519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d-id.com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2569463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34777" y="2569463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YouTube Create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2569463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youtube.com/create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264408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534777" y="3264408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Captions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3264408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captions.ai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959352"/>
            <a:ext cx="3471672" cy="566928"/>
          </a:xfrm>
          <a:prstGeom prst="roundRect">
            <a:avLst>
              <a:gd name="adj" fmla="val 25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534777" y="3959352"/>
            <a:ext cx="1458102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1" i="0" lang="he-IL">
                <a:solidFill>
                  <a:srgbClr val="F2F5FA"/>
                </a:solidFill>
                <a:latin typeface="Arial"/>
                <a:cs typeface="Arial"/>
              </a:rPr>
              <a:t>Grok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3959352"/>
            <a:ext cx="1739249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l" marL="0" indent="0">
              <a:lnSpc>
                <a:spcPct val="108000"/>
              </a:lnSpc>
              <a:buNone/>
            </a:pPr>
            <a:r>
              <a:rPr sz="1150" b="0" i="0" lang="he-IL">
                <a:solidFill>
                  <a:srgbClr val="6296FF"/>
                </a:solidFill>
                <a:latin typeface="Arial"/>
                <a:cs typeface="Arial"/>
              </a:rPr>
              <a:t>grok.com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EBEDF0"/>
                </a:solidFill>
                <a:latin typeface="Arial"/>
                <a:cs typeface="Arial"/>
              </a:rPr>
              <a:t>📋  כל הקישורים נמצאים גם בארגז הכלים באפליקציית הקורס ובחוברת.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📌 משימת בית: ערכת העסק המלאה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משלימים את מה שלא הספקתם, ומביאים למפגש האחרון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27664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947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ערכת מותג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34086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צבעים, פונטים, טון ולוגו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27664" y="2807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834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מסך אפליקציה ומצגת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22783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קישורי שיתוף מ-Stitch ומגאמה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27664" y="36941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תמונת פרופיל + סרטון אווטאר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אחד לפחות עלה ללינקדאין או לוואטסאפ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27664" y="4581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500" b="1" i="0" lang="he-IL">
                <a:solidFill>
                  <a:srgbClr val="F2F5FA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608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700" b="1" i="0" lang="he-IL">
                <a:solidFill>
                  <a:srgbClr val="EBEDF0"/>
                </a:solidFill>
                <a:latin typeface="Arial"/>
                <a:cs typeface="Arial"/>
              </a:rPr>
              <a:t>משימה אחת שחוזרת אצלכם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0017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350" b="0" i="0" lang="he-IL">
                <a:solidFill>
                  <a:srgbClr val="A9B4C6"/>
                </a:solidFill>
                <a:latin typeface="Arial"/>
                <a:cs typeface="Arial"/>
              </a:rPr>
              <a:t>שבוע הבא נהפוך אותה לאוטומטית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920240"/>
            <a:ext cx="5120640" cy="3383280"/>
          </a:xfrm>
          <a:prstGeom prst="roundRect">
            <a:avLst>
              <a:gd name="adj" fmla="val 3000"/>
            </a:avLst>
          </a:prstGeom>
          <a:solidFill>
            <a:srgbClr val="022349"/>
          </a:solidFill>
          <a:ln w="19050">
            <a:solidFill>
              <a:srgbClr val="48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2103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600" b="1" i="0" lang="he-IL">
                <a:solidFill>
                  <a:srgbClr val="F2F5FA"/>
                </a:solidFill>
                <a:latin typeface="Arial"/>
                <a:cs typeface="Arial"/>
              </a:rPr>
              <a:t>🔮  רמז למפגש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65176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25000"/>
              </a:lnSpc>
              <a:buNone/>
            </a:pPr>
            <a:r>
              <a:rPr sz="1600" b="0" i="0" lang="he-IL">
                <a:solidFill>
                  <a:srgbClr val="EBEDF0"/>
                </a:solidFill>
                <a:latin typeface="Arial"/>
                <a:cs typeface="Arial"/>
              </a:rPr>
              <a:t>בנינו את העסק במילים ובתמונות. בפעם הבאה הוא יתחיל לעבוד לבד: מיילים, תזכורות ואוטומציות, בלי שתיגעו.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77840"/>
            <a:ext cx="10872216" cy="59436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577840"/>
            <a:ext cx="10415016" cy="594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📤  העלו את הערכה לאפליקציית הקורס. היא תהיה חלק מיום ההצגות בסוף הקורס.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slides/slide20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368" y="50292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3700" b="1" i="0" lang="he-IL">
                <a:solidFill>
                  <a:srgbClr val="F2F5FA"/>
                </a:solidFill>
                <a:latin typeface="Arial"/>
                <a:cs typeface="Arial"/>
              </a:rPr>
              <a:t>שלושה דברים לקחת הביתה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80160"/>
            <a:ext cx="10872216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FAC496"/>
                </a:solidFill>
                <a:latin typeface="Arial"/>
                <a:cs typeface="Arial"/>
              </a:rPr>
              <a:t>אם תזכרו רק את זה, המפגש הצליח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5644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5644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761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קודם תוכן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076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אפיון טוב = עיצוב טוב. בלי אפיון, יוצא יפה וריק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0740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שפה אחת בכל הכלים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אותם צבעים וטון במותג, באפליקציה, במצגת ובווידאו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383280" cy="3291840"/>
          </a:xfrm>
          <a:prstGeom prst="roundRect">
            <a:avLst>
              <a:gd name="adj" fmla="val 3000"/>
            </a:avLst>
          </a:prstGeom>
          <a:solidFill>
            <a:srgbClr val="101620"/>
          </a:solidFill>
          <a:ln w="19050">
            <a:solidFill>
              <a:srgbClr val="002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14884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4000" b="1" i="0" lang="he-IL">
                <a:solidFill>
                  <a:srgbClr val="6296FF"/>
                </a:solidFill>
                <a:latin typeface="Arial"/>
                <a:cs typeface="Arial"/>
              </a:rPr>
              <a:t>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154680"/>
            <a:ext cx="2980944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800" b="1" i="0" lang="he-IL">
                <a:solidFill>
                  <a:srgbClr val="EBEDF0"/>
                </a:solidFill>
                <a:latin typeface="Arial"/>
                <a:cs typeface="Arial"/>
              </a:rPr>
              <a:t>אתם במרכז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977639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rtl="1" algn="ctr" marL="0" indent="0">
              <a:lnSpc>
                <a:spcPct val="108000"/>
              </a:lnSpc>
              <a:buNone/>
            </a:pPr>
            <a:r>
              <a:rPr sz="1400" b="0" i="0" lang="he-IL">
                <a:solidFill>
                  <a:srgbClr val="A9B4C6"/>
                </a:solidFill>
                <a:latin typeface="Arial"/>
                <a:cs typeface="Arial"/>
              </a:rPr>
              <a:t>קול ופנים רק שלכם, מסמנים AI, ובודקים לפני שמפרסמים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3000"/>
            </a:avLst>
          </a:prstGeom>
          <a:solidFill>
            <a:srgbClr val="183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5532120"/>
            <a:ext cx="10415016" cy="6400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rtl="1" algn="r" marL="0" indent="0">
              <a:lnSpc>
                <a:spcPct val="108000"/>
              </a:lnSpc>
              <a:buNone/>
            </a:pPr>
            <a:r>
              <a:rPr sz="1450" b="0" i="0" lang="he-IL">
                <a:solidFill>
                  <a:srgbClr val="EBEDF0"/>
                </a:solidFill>
                <a:latin typeface="Arial"/>
                <a:cs typeface="Arial"/>
              </a:rPr>
              <a:t>🏆  ועכשיו: טבלת הקורס, והמנצחים של הערב!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473952"/>
            <a:ext cx="48463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 rtl="1"/>
            <a:r>
              <a:rPr sz="1000">
                <a:solidFill>
                  <a:srgbClr val="8A96AA"/>
                </a:solidFill>
                <a:latin typeface="Arial"/>
                <a:cs typeface="Arial"/>
              </a:rPr>
              <a:t>© נערך על ידי AI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2026-09-29T21:49:57Z</dcterms:created>
  <dcterms:modified xsi:type="dcterms:W3CDTF">2026-09-29T21:49:57Z</dcterms:modified>
</cp:coreProperties>
</file>