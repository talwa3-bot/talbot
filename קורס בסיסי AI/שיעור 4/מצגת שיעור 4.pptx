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57" Type="http://schemas.openxmlformats.org/officeDocument/2006/relationships/slide" Target="slides/slide2009.xml"/><Relationship Id="rId58" Type="http://schemas.openxmlformats.org/officeDocument/2006/relationships/slide" Target="slides/slide2010.xml"/><Relationship Id="rId59" Type="http://schemas.openxmlformats.org/officeDocument/2006/relationships/slide" Target="slides/slide2011.xml"/><Relationship Id="rId60" Type="http://schemas.openxmlformats.org/officeDocument/2006/relationships/slide" Target="slides/slide2012.xml"/><Relationship Id="rId61" Type="http://schemas.openxmlformats.org/officeDocument/2006/relationships/slide" Target="slides/slide2013.xml"/><Relationship Id="rId62" Type="http://schemas.openxmlformats.org/officeDocument/2006/relationships/slide" Target="slides/slide2014.xml"/><Relationship Id="rId63" Type="http://schemas.openxmlformats.org/officeDocument/2006/relationships/slide" Target="slides/slide2015.xml"/><Relationship Id="rId64" Type="http://schemas.openxmlformats.org/officeDocument/2006/relationships/slide" Target="slides/slide2016.xml"/><Relationship Id="rId65" Type="http://schemas.openxmlformats.org/officeDocument/2006/relationships/slide" Target="slides/slide2017.xml"/><Relationship Id="rId66" Type="http://schemas.openxmlformats.org/officeDocument/2006/relationships/slide" Target="slides/slide2018.xml"/><Relationship Id="rId67" Type="http://schemas.openxmlformats.org/officeDocument/2006/relationships/slide" Target="slides/slide2019.xml"/><Relationship Id="rId68" Type="http://schemas.openxmlformats.org/officeDocument/2006/relationships/slide" Target="slides/slide2020.xml"/><Relationship Id="rId69" Type="http://schemas.openxmlformats.org/officeDocument/2006/relationships/slide" Target="slides/slide2021.xml"/><Relationship Id="rId70" Type="http://schemas.openxmlformats.org/officeDocument/2006/relationships/slide" Target="slides/slide2022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2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לחבר חדשות השבוע לנושא של היום: סוכנים.</a:t>
            </a:r>
          </a:p>
          <a:p/>
          <a:p>
            <a:r>
              <a:t>🧰 הכנה מראש: לפני המפגש: לעדכן את החדשות לשבוע הנוכחי.</a:t>
            </a:r>
          </a:p>
          <a:p/>
          <a:p>
            <a:r>
              <a:t>🗣 מה לומר:</a:t>
            </a:r>
          </a:p>
          <a:p>
            <a:r>
              <a:t>הכותרת הגדולה: OpenAI הוציאו את Dots. עוזר עם מחשב משלו בענן, שממשיך לעבוד גם כשאתם ישנים. כרגע רק בתשלום, אבל תכף נבין איך זה עובד.</a:t>
            </a:r>
          </a:p>
          <a:p>
            <a:r>
              <a:t>Instinct, עוזר אישי שמתקשר ומזמין בשבילכם, גייס מיליארד דולר.</a:t>
            </a:r>
          </a:p>
          <a:p>
            <a:r>
              <a:t>ו-xAI של אילון מאסק הוציאו את Grok Bot, סוכן שלומד משימה מהקלטת מסך.</a:t>
            </a:r>
          </a:p>
          <a:p>
            <a:r>
              <a:t>שימו לב: כל החדשות השבוע הן על אותו דבר. AI שעושה. בדיוק הנושא שלנו.</a:t>
            </a:r>
          </a:p>
          <a:p>
            <a:r>
              <a:t>כתבו בצ'אט: הייתם נותנים לסוכן לשלוח מיילים בשמכם? כן או לא?</a:t>
            </a:r>
          </a:p>
          <a:p/>
          <a:p>
            <a:r>
              <a:t>➡️ מעבר: אז הנה המסלול של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 פשוטה.</a:t>
            </a:r>
          </a:p>
          <a:p/>
          <a:p>
            <a:r>
              <a:t>🗣 מה לומר:</a:t>
            </a:r>
          </a:p>
          <a:p>
            <a:r>
              <a:t>שבעה שלבים, וכולם פשוטים.</a:t>
            </a:r>
          </a:p>
          <a:p>
            <a:r>
              <a:t>נבין במשפט אחד מה זה API ומה זה MCP. נעבור על מיילים בלי לפתוח את ג'ימייל. נבנה עוזר אישי שזוכר את העסק. נכיר סוכנים. נבנה אוטומציה ראשונה ב-Make. ונסיים ביום הצגות.</a:t>
            </a:r>
          </a:p>
          <a:p>
            <a:r>
              <a:t>והטבלה של הקורס נסגרת הערב, אז כל נקודה חשובה.</a:t>
            </a:r>
          </a:p>
          <a:p/>
          <a:p>
            <a:r>
              <a:t>➡️ מעבר: נתחיל בתמונה אחת שמסבירה הכול.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מודל פשוט: צ'אט, עוזר, אוטומציה, סוכן.</a:t>
            </a:r>
          </a:p>
          <a:p/>
          <a:p>
            <a:r>
              <a:t>🗣 מה לומר:</a:t>
            </a:r>
          </a:p>
          <a:p>
            <a:r>
              <a:t>ארבע מדרגות.</a:t>
            </a:r>
          </a:p>
          <a:p>
            <a:r>
              <a:t>מדרגה אחת: צ'אט. שואלים, הוא עונה, ואתם עושים את השאר. כאן היינו עד עכשיו.</a:t>
            </a:r>
          </a:p>
          <a:p>
            <a:r>
              <a:t>מדרגה שתיים: עוזר. הוא זוכר הוראות וקבצים, ולא צריך להסביר לו כל פעם מהתחלה.</a:t>
            </a:r>
          </a:p>
          <a:p>
            <a:r>
              <a:t>מדרגה שלוש: אוטומציה. "כשקורה משהו, תעשה משהו". רץ לבד, כל פעם.</a:t>
            </a:r>
          </a:p>
          <a:p>
            <a:r>
              <a:t>מדרגה ארבע: סוכן. נותנים לו מטרה, והוא מתכנן ופועל בעצמו.</a:t>
            </a:r>
          </a:p>
          <a:p>
            <a:r>
              <a:t>וככל שעולים, נותנים לו יותר שליטה. לכן גם הכללים חשובים יותר.</a:t>
            </a:r>
          </a:p>
          <a:p/>
          <a:p>
            <a:r>
              <a:t>➡️ מעבר: אבל איך AI בכלל מדבר עם אפליקציות? מלצר.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API בשפה פשוטה, בעזרת דימוי המלצר.</a:t>
            </a:r>
          </a:p>
          <a:p/>
          <a:p>
            <a:r>
              <a:t>🗣 מה לומר:</a:t>
            </a:r>
          </a:p>
          <a:p>
            <a:r>
              <a:t>דמיינו מסעדה.</a:t>
            </a:r>
          </a:p>
          <a:p>
            <a:r>
              <a:t>אתם יושבים ליד השולחן. אתם לא נכנסים למטבח, ולא מדברים עם הטבח.</a:t>
            </a:r>
          </a:p>
          <a:p>
            <a:r>
              <a:t>יש מלצר. אתם אומרים לו מה אתם רוצים, הוא מעביר למטבח בשפה שהמטבח מבין, ומחזיר לכם מנה.</a:t>
            </a:r>
          </a:p>
          <a:p>
            <a:r>
              <a:t>API זה המלצר הזה, בין אפליקציות. אפליקציה אחת מבקשת "תביא לי את המיילים מהיום", ה-API מעביר לג'ימייל, וג'ימייל מחזיר רשימה.</a:t>
            </a:r>
          </a:p>
          <a:p>
            <a:r>
              <a:t>לא צריך לדעת לבשל. רק לדעת מה להזמין. כל אוטומציה שנראה היום עובדת ככה.</a:t>
            </a:r>
          </a:p>
          <a:p/>
          <a:p>
            <a:r>
              <a:t>➡️ מעבר: ויש עוד מילה שתשמעו הרבה: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MCP כמטען אוניברסלי.</a:t>
            </a:r>
          </a:p>
          <a:p/>
          <a:p>
            <a:r>
              <a:t>🗣 מה לומר:</a:t>
            </a:r>
          </a:p>
          <a:p>
            <a:r>
              <a:t>זוכרים שפעם היה מטען אחר לכל טלפון? מגירה שלמה של כבלים.</a:t>
            </a:r>
          </a:p>
          <a:p>
            <a:r>
              <a:t>היום יש USB-C, שקע אחד שמתאים כמעט לכל דבר.</a:t>
            </a:r>
          </a:p>
          <a:p>
            <a:r>
              <a:t>MCP זה ה-USB-C של עולם ה-AI. סטנדרט אחד, שמאפשר לכל כלי AI להתחבר לכל אפליקציה: ג'ימייל, יומן, דרייב ועוד.</a:t>
            </a:r>
          </a:p>
          <a:p>
            <a:r>
              <a:t>אתם לא צריכים לדעת איך זה עובד. רק לדעת שכשאתם רואים בקלוד או בצ'אט ג'יפיטי "Connectors" או "Apps", זה הקסם הזה.</a:t>
            </a:r>
          </a:p>
          <a:p>
            <a:r>
              <a:t>במשפט אחד: API הוא המלצר. MCP הוא תפריט אחיד שכל מלצר מבין.</a:t>
            </a:r>
          </a:p>
          <a:p/>
          <a:p>
            <a:r>
              <a:t>➡️ מעבר: ועכשיו נראה את זה בעבודה, על המיילים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 דקות  |  🎯 שימוש חינמי ומעשי: סקירת מיילים וניסוח תשובות.</a:t>
            </a:r>
          </a:p>
          <a:p/>
          <a:p>
            <a:r>
              <a:t>🧰 הכנה מראש: בג'מיני: הגדרות &gt; Apps &gt; Gmail מופעל. מייל לדוגמה בתיבה.</a:t>
            </a:r>
          </a:p>
          <a:p/>
          <a:p>
            <a:r>
              <a:t>🗣 מה לומר:</a:t>
            </a:r>
          </a:p>
          <a:p>
            <a:r>
              <a:t>ג'מיני יכול לקרוא את הג'ימייל שלכם, בחינם.</a:t>
            </a:r>
          </a:p>
          <a:p>
            <a:r>
              <a:t>מפעילים פעם אחת: בהגדרות של ג'מיני, Apps, ומדליקים את Gmail.</a:t>
            </a:r>
          </a:p>
          <a:p>
            <a:r>
              <a:t>ואז כותבים @Gmail, ומבקשים. ההנחיה בצ'אט.</a:t>
            </a:r>
          </a:p>
          <a:p>
            <a:r>
              <a:t>(מדביקים בצ'אט, ומריצים על התיבה שלכם בשידור חי, אחרי שמסתירים מיילים פרטיים)</a:t>
            </a:r>
          </a:p>
          <a:p>
            <a:r>
              <a:t>תראו: טבלה עם שולח, נושא, מה דחוף ולמה. ולשלושה הכי דחופים, טיוטת תשובה בטון שלי.</a:t>
            </a:r>
          </a:p>
          <a:p>
            <a:r>
              <a:t>ומי שולח? אני. קוראת, מתקנת, מעתיקה ולוחצת שלח.</a:t>
            </a:r>
          </a:p>
          <a:p>
            <a:r>
              <a:t>זה הכלל של כל הערב: ה-AI מכין, אתם מאשרים.</a:t>
            </a:r>
          </a:p>
          <a:p>
            <a:r>
              <a:t>נסו עכשיו, שלוש דקות. מי שלא רוצה לחבר את המייל, יכול להדביק לג'מיני מייל אחד ולבקש תשובה.</a:t>
            </a:r>
          </a:p>
          <a:p/>
          <a:p>
            <a:r>
              <a:t>➡️ מעבר: עכשיו נבנה לכם עוזר שזוכר את העסק.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ראשון: עוזר אישי, שזוכר מי אתם ומה העסק שלכם.</a:t>
            </a:r>
          </a:p>
          <a:p/>
          <a:p>
            <a:r>
              <a:t>➡️ מעבר: בג'מיני קוראים לזה 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 דקות  |  🎯 שכל משתתף יבנה Gem חינמי לעסק שלו.</a:t>
            </a:r>
          </a:p>
          <a:p/>
          <a:p>
            <a:r>
              <a:t>🗣 מה לומר:</a:t>
            </a:r>
          </a:p>
          <a:p>
            <a:r>
              <a:t>כמה פעמים כבר הדבקתם את האפיון של העסק? Gem פותר את זה.</a:t>
            </a:r>
          </a:p>
          <a:p>
            <a:r>
              <a:t>Gem הוא עוזר שמקבל הוראות פעם אחת, וזוכר אותן תמיד. בחינם.</a:t>
            </a:r>
          </a:p>
          <a:p>
            <a:r>
              <a:t>אחת: בג'מיני, Gems, ואז New Gem. נותנים שם, למשל "העוזר של העסק".</a:t>
            </a:r>
          </a:p>
          <a:p>
            <a:r>
              <a:t>שתיים: מדביקים הוראות. התבנית בצ'אט: מי אתם, האפיון, הטון, ואיך לכתוב הצעת מחיר.</a:t>
            </a:r>
          </a:p>
          <a:p>
            <a:r>
              <a:t>(מדביקים בצ'אט, ובונים Gem בשידור חי)</a:t>
            </a:r>
          </a:p>
          <a:p>
            <a:r>
              <a:t>שלוש: שומרים. ומעכשיו כותבים לו רק "הצעת מחיר", והוא יודע הכול.</a:t>
            </a:r>
          </a:p>
          <a:p>
            <a:r>
              <a:t>(מדגימים)</a:t>
            </a:r>
          </a:p>
          <a:p>
            <a:r>
              <a:t>אותו רעיון קיים גם בקלוד, שם קוראים לזה Skills ו-Projects, ובצ'אט ג'יפיטי, GPTs.</a:t>
            </a:r>
          </a:p>
          <a:p>
            <a:r>
              <a:t>עכשיו תורכם. שש דקות.</a:t>
            </a:r>
          </a:p>
          <a:p/>
          <a:p>
            <a:r>
              <a:t>➡️ מעבר: ויש גם משימות שרצות לבד, לפי שעון.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את רעיון התזמון, ולדעת שבחינם עושים את זה ב-Make.</a:t>
            </a:r>
          </a:p>
          <a:p/>
          <a:p>
            <a:r>
              <a:t>🗣 מה לומר:</a:t>
            </a:r>
          </a:p>
          <a:p>
            <a:r>
              <a:t>דמיינו שכל בוקר ב-8 מחכה לכם תדריך: שלושה מיילים דחופים, הפגישות של היום ומה להכין.</a:t>
            </a:r>
          </a:p>
          <a:p>
            <a:r>
              <a:t>או שכל ראשון מגיעה סקירה של חמש חדשות מהתחום שלכם.</a:t>
            </a:r>
          </a:p>
          <a:p>
            <a:r>
              <a:t>בג'מיני ובצ'אט ג'יפיטי כותבים "כל בוקר ב-8" בתוך ההנחיה, ומאשרים. בחלק מהחשבונות זה בתשלום, אז אני מראה.</a:t>
            </a:r>
          </a:p>
          <a:p>
            <a:r>
              <a:t>(מראים משימה מתוזמנת קיימת)</a:t>
            </a:r>
          </a:p>
          <a:p>
            <a:r>
              <a:t>ובחינם לגמרי? Make יודע להריץ כל דבר לפי שעון. ואליו נגיע עוד מעט.</a:t>
            </a:r>
          </a:p>
          <a:p/>
          <a:p>
            <a:r>
              <a:t>➡️ מעבר: עכשיו המדרגה הרביעית: סוכנים.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שני: סוכנים. רק להכיר, בלי לפתוח חשבון.</a:t>
            </a:r>
          </a:p>
          <a:p/>
          <a:p>
            <a:r>
              <a:t>➡️ מעבר: שלושה שכדאי להכיר.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להכיר ברמת עיקרון את Dots, Grok Bot ו-Instinct, ולהבין את הסיכונים.</a:t>
            </a:r>
          </a:p>
          <a:p/>
          <a:p>
            <a:r>
              <a:t>🗣 מה לומר:</a:t>
            </a:r>
          </a:p>
          <a:p>
            <a:r>
              <a:t>שלושה סוכנים, כולם חדשים, וכולם בתשלום או בהזמנה. אז רק להכיר.</a:t>
            </a:r>
          </a:p>
          <a:p>
            <a:r>
              <a:t>Dots של OpenAI: עוזר עם מחשב משלו בענן. אומרים לו "עקוב אחרי הלידים ותזכיר לי", והוא עושה.</a:t>
            </a:r>
          </a:p>
          <a:p>
            <a:r>
              <a:t>Grok Bot של xAI: מראים לו פעם אחת משימה בהקלטת מסך, והוא חוזר עליה לבד.</a:t>
            </a:r>
          </a:p>
          <a:p>
            <a:r>
              <a:t>Instinct: שולחים לו הודעה, "תזמין טכנאי ליום שלישי", והוא מתקשר ומסדר.</a:t>
            </a:r>
          </a:p>
          <a:p>
            <a:r>
              <a:t>מה משותף? נותנים להם מטרה, לא הוראות.</a:t>
            </a:r>
          </a:p>
          <a:p>
            <a:r>
              <a:t>ושימו לב למשבצת הצהובה: סוכן עם גישה למייל ולכרטיס אשראי? מתחילים מהרשאות קטנות, ובודקים כל פעולה.</a:t>
            </a:r>
          </a:p>
          <a:p/>
          <a:p>
            <a:r>
              <a:t>➡️ מעבר: ויש סוכנים שכותבים קוד.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במילים פשוטות איך סוכני קוד עובדים.</a:t>
            </a:r>
          </a:p>
          <a:p/>
          <a:p>
            <a:r>
              <a:t>🧰 הכנה מראש: סרטון ההסבר בעברית מוכן להפעלה (קובץ בתיקייה). בשיתוף מסך מסמנים "שיתוף צליל".</a:t>
            </a:r>
          </a:p>
          <a:p/>
          <a:p>
            <a:r>
              <a:t>🗣 מה לומר:</a:t>
            </a:r>
          </a:p>
          <a:p>
            <a:r>
              <a:t>Codex של OpenAI ו-Claude Code של Anthropic הם מתכנתים שעובדים בשבילכם.</a:t>
            </a:r>
          </a:p>
          <a:p>
            <a:r>
              <a:t>הם עובדים בארבעה שלבים: מקבלים משימה במילים, קוראים את הקבצים ומתכננים, כותבים ומריצים קוד ומתקנים שגיאות, ומחזירים לכם לאישור.</a:t>
            </a:r>
          </a:p>
          <a:p>
            <a:r>
              <a:t>סרטון של דקה שמסביר את זה.</a:t>
            </a:r>
          </a:p>
          <a:p>
            <a:r>
              <a:t>(מפעילים את הסרטון)</a:t>
            </a:r>
          </a:p>
          <a:p>
            <a:r>
              <a:t>אתם לא צריכים להיות מתכנתים. אבל כדאי לדעת שזה קיים, כי כך נבנים היום הרבה אתרים ואפליקציות.</a:t>
            </a:r>
          </a:p>
          <a:p/>
          <a:p>
            <a:r>
              <a:t>➡️ מעבר: ואפשר לבנות אפליקציה גם בלי לראות קוד בכלל.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לחבר לשאלון החי מהמפגש הראשון, ולתת רעיון לבית.</a:t>
            </a:r>
          </a:p>
          <a:p/>
          <a:p>
            <a:r>
              <a:t>🗣 מה לומר:</a:t>
            </a:r>
          </a:p>
          <a:p>
            <a:r>
              <a:t>זוכרים את השאלון החי מהמפגש הראשון? אמרתי לכם שלא תכנתתי אותו. תיארתי ל-AI במילים, ב-Lovable.</a:t>
            </a:r>
          </a:p>
          <a:p>
            <a:r>
              <a:t>מתארים את האפליקציה, ה-AI בונה מסכים ומאגר מידע, משפרים בשיחה, ומפרסמים בלחיצה.</a:t>
            </a:r>
          </a:p>
          <a:p>
            <a:r>
              <a:t>Lovable ו-Base44 נותנים קרדיטים חינם להתחלה. הקישורים בארגז הכלים.</a:t>
            </a:r>
          </a:p>
          <a:p>
            <a:r>
              <a:t>והרעיון לנסות בבית: טופס הזמנה ללקוחות, רשימת הזמנות, ואישור במייל. ההנחיה על המסך ובחוברת.</a:t>
            </a:r>
          </a:p>
          <a:p/>
          <a:p>
            <a:r>
              <a:t>➡️ מעבר: הפסקה קצרה.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מנוחה, והכנה ל-Make.</a:t>
            </a:r>
          </a:p>
          <a:p/>
          <a:p>
            <a:r>
              <a:t>🗣 מה לומר:</a:t>
            </a:r>
          </a:p>
          <a:p>
            <a:r>
              <a:t>חמש דקות הפסקה. בינתיים, מי שעוד לא פתח חשבון ב-Make, זה הזמן. הקישור בצ'אט.</a:t>
            </a:r>
          </a:p>
          <a:p/>
          <a:p>
            <a:r>
              <a:t>🖐 פעולה: מדביקים בצ'אט את הקישור ל-Make ולגוגל פורמס.</a:t>
            </a:r>
          </a:p>
          <a:p/>
          <a:p>
            <a:r>
              <a:t>➡️ מעבר: ברוכים השבים. בונים את האוטומציה הראשונה.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שלישי, והכי מעשי: אוטומציה אמיתית, בחינם, בלי קוד.</a:t>
            </a:r>
          </a:p>
          <a:p/>
          <a:p>
            <a:r>
              <a:t>➡️ מעבר: קודם, איך Make חושב.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את מבנה טריגר ופעולה.</a:t>
            </a:r>
          </a:p>
          <a:p/>
          <a:p>
            <a:r>
              <a:t>🏆 אפליקציית הקורס: פותחים את האתגר "אוטומציה ראשונה".</a:t>
            </a:r>
          </a:p>
          <a:p/>
          <a:p>
            <a:r>
              <a:t>🗣 מה לומר:</a:t>
            </a:r>
          </a:p>
          <a:p>
            <a:r>
              <a:t>כל אוטומציה בנויה משני חלקים.</a:t>
            </a:r>
          </a:p>
          <a:p>
            <a:r>
              <a:t>טריגר: משהו קורה. למשל, לקוח ממלא טופס.</a:t>
            </a:r>
          </a:p>
          <a:p>
            <a:r>
              <a:t>ופעולה: משהו נעשה. Make לוקח את הפרטים, שולח ללקוח מייל תודה, ושומר שורה בגיליון.</a:t>
            </a:r>
          </a:p>
          <a:p>
            <a:r>
              <a:t>במשפט: "כש... אז...".</a:t>
            </a:r>
          </a:p>
          <a:p>
            <a:r>
              <a:t>באפליקציה פתחתי אתגר: כתבו במשפט אחד אוטומציה שהייתם רוצים. "כש[טריגר], אז [פעולה]". הכי שימושית מנצחת.</a:t>
            </a:r>
          </a:p>
          <a:p/>
          <a:p>
            <a:r>
              <a:t>➡️ מעבר: ועכשיו בונים יחד.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שכל משתתף יפעיל אוטומציה חינמית אחת.</a:t>
            </a:r>
          </a:p>
          <a:p/>
          <a:p>
            <a:r>
              <a:t>🧰 הכנה מראש: דוגמה מוכנה מראש ב-Make לגיבוי. טופס גוגל לדוגמה.</a:t>
            </a:r>
          </a:p>
          <a:p/>
          <a:p>
            <a:r>
              <a:t>🗣 מה לומר:</a:t>
            </a:r>
          </a:p>
          <a:p>
            <a:r>
              <a:t>בונים יחד, צעד אחרי צעד. אני משתפת מסך ואתם אחריי.</a:t>
            </a:r>
          </a:p>
          <a:p>
            <a:r>
              <a:t>אחת: בגוגל פורמס, טופס "צור קשר": שם, מייל, ובמה אפשר לעזור.</a:t>
            </a:r>
          </a:p>
          <a:p>
            <a:r>
              <a:t>שתיים: ב-Make, Create scenario. הטריגר: Google Forms, Watch Responses. מחברים את החשבון.</a:t>
            </a:r>
          </a:p>
          <a:p>
            <a:r>
              <a:t>(מדגימים כל שלב, ומחכים שרובם יגיעו)</a:t>
            </a:r>
          </a:p>
          <a:p>
            <a:r>
              <a:t>שלוש: מוסיפים Gmail, Send an email. למי? למייל מהטופס. מה? "תודה שפנית! נחזור אליך תוך יום".</a:t>
            </a:r>
          </a:p>
          <a:p>
            <a:r>
              <a:t>ארבע: מוסיפים Google Sheets, Add a row. כל ליד נשמר בגיליון.</a:t>
            </a:r>
          </a:p>
          <a:p>
            <a:r>
              <a:t>חמש: Run once. ממלאים את הטופס בעצמכם... ותראו את המייל מגיע!</a:t>
            </a:r>
          </a:p>
          <a:p>
            <a:r>
              <a:t>(רגע הוואו: בודקים את המייל בשידור חי)</a:t>
            </a:r>
          </a:p>
          <a:p>
            <a:r>
              <a:t>מדליקים ON, והאוטומציה רצה לבד.</a:t>
            </a:r>
          </a:p>
          <a:p>
            <a:r>
              <a:t>נתקעתם? כתבו "עזרה" בצ'אט. ובונוס למתקדמים: מודול AI שמנסח תשובה אישית לכל פנייה.</a:t>
            </a:r>
          </a:p>
          <a:p/>
          <a:p>
            <a:r>
              <a:t>➡️ מעבר: ולפני שמשאירים את זה לרוץ, ארבעה כללים.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שימוש אחראי באוטומציות ובסוכנים.</a:t>
            </a:r>
          </a:p>
          <a:p/>
          <a:p>
            <a:r>
              <a:t>🗣 מה לומר:</a:t>
            </a:r>
          </a:p>
          <a:p>
            <a:r>
              <a:t>ארבעה כללים.</a:t>
            </a:r>
          </a:p>
          <a:p>
            <a:r>
              <a:t>אדם מאשר: טיוטה ולא שליחה, הצעה ולא תשלום.</a:t>
            </a:r>
          </a:p>
          <a:p>
            <a:r>
              <a:t>הרשאות קטנות: מחברים רק את מה שצריך.</a:t>
            </a:r>
          </a:p>
          <a:p>
            <a:r>
              <a:t>יומן פעולות: פעם בשבוע בודקים מה רץ ומה נכשל.</a:t>
            </a:r>
          </a:p>
          <a:p>
            <a:r>
              <a:t>ובלי סודות: סיסמאות ומספרי אשראי לא נכנסים להנחיות.</a:t>
            </a:r>
          </a:p>
          <a:p>
            <a:r>
              <a:t>וזוכרים את תיקון 13? פרטי לקוחות נשארים מוגנים, גם באוטומציה.</a:t>
            </a:r>
          </a:p>
          <a:p/>
          <a:p>
            <a:r>
              <a:t>➡️ מעבר: ועכשיו, הרגע שחיכינו לו: יום הצגות.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משתתפים מציגים את העסק שבנו לאורך הקורס.</a:t>
            </a:r>
          </a:p>
          <a:p/>
          <a:p>
            <a:r>
              <a:t>🏆 אפליקציית הקורס: פותחים הרשמה בלשונית "הגרלה", מגרילים מציגים, ואחר כך פותחים הצבעה.</a:t>
            </a:r>
          </a:p>
          <a:p/>
          <a:p>
            <a:r>
              <a:t>🗣 מה לומר:</a:t>
            </a:r>
          </a:p>
          <a:p>
            <a:r>
              <a:t>ארבעה מפגשים, עסק אחד. עכשיו מראים אותו.</a:t>
            </a:r>
          </a:p>
          <a:p>
            <a:r>
              <a:t>נרשמים באפליקציה, בלשונית "הגרלה", ומדביקים קישור לאחד התוצרים.</a:t>
            </a:r>
          </a:p>
          <a:p>
            <a:r>
              <a:t>(מחכים שתי דקות ומגרילים)</a:t>
            </a:r>
          </a:p>
          <a:p>
            <a:r>
              <a:t>דקה לכל מציג: מה העסק, איך נראה המותג, ומה עובד אצלו לבד.</a:t>
            </a:r>
          </a:p>
          <a:p>
            <a:r>
              <a:t>(מגרילים מציגים לפי הזמן, בערך 6 עד 8)</a:t>
            </a:r>
          </a:p>
          <a:p>
            <a:r>
              <a:t>ועכשיו הצבעה: העסק הכי מרשים של הקורס.</a:t>
            </a:r>
          </a:p>
          <a:p>
            <a:r>
              <a:t>(חושפים תוצאות)</a:t>
            </a:r>
          </a:p>
          <a:p/>
          <a:p>
            <a:r>
              <a:t>➡️ מעבר: וכל הכלים,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חינם כשנרשמים דרכם.</a:t>
            </a:r>
          </a:p>
          <a:p>
            <a:r>
              <a:t>הם גם בחוברת, ובארגז הכלים באפליקציה, שנשארת פתוחה גם אחרי הקורס.</a:t>
            </a:r>
          </a:p>
          <a:p>
            <a:r>
              <a:t>(מדביקים את הקישורים בצ'אט)</a:t>
            </a:r>
          </a:p>
          <a:p/>
          <a:p>
            <a:r>
              <a:t>➡️ מעבר: בואו נסתכל רגע אחורה.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לסכם את המסע: להכיר, לכתוב, לראות, להפעיל.</a:t>
            </a:r>
          </a:p>
          <a:p/>
          <a:p>
            <a:r>
              <a:t>🗣 מה לומר:</a:t>
            </a:r>
          </a:p>
          <a:p>
            <a:r>
              <a:t>ארבעה מפגשים, ארבע שכבות.</a:t>
            </a:r>
          </a:p>
          <a:p>
            <a:r>
              <a:t>להכיר: הכלים, המודלים, ואיך AI חושב.</a:t>
            </a:r>
          </a:p>
          <a:p>
            <a:r>
              <a:t>לכתוב: הנחיות, מיילים ואפיון העסק.</a:t>
            </a:r>
          </a:p>
          <a:p>
            <a:r>
              <a:t>לראות: מותג, אפליקציה, מצגת, קול ווידאו.</a:t>
            </a:r>
          </a:p>
          <a:p>
            <a:r>
              <a:t>ולהפעיל: עוזר, אוטומציה וסוכנים.</a:t>
            </a:r>
          </a:p>
          <a:p>
            <a:r>
              <a:t>וההמלצה שלי מכאן: כל שבוע, משימה אחת שעוברת ל-AI. בעוד חצי שנה, העסק שלכם ייראה אחרת.</a:t>
            </a:r>
          </a:p>
          <a:p/>
          <a:p>
            <a:r>
              <a:t>➡️ מעבר: ושלושה דברים אחרונים.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סגירה חגיגית והכרזת אלופי הקורס.</a:t>
            </a:r>
          </a:p>
          <a:p/>
          <a:p>
            <a:r>
              <a:t>🏆 אפליקציית הקורס: משתפים את טבלת הקורס הסופית.</a:t>
            </a:r>
          </a:p>
          <a:p/>
          <a:p>
            <a:r>
              <a:t>🗣 מה לומר:</a:t>
            </a:r>
          </a:p>
          <a:p>
            <a:r>
              <a:t>שלושה דברים.</a:t>
            </a:r>
          </a:p>
          <a:p>
            <a:r>
              <a:t>AI מכין, אתם מחליטים.</a:t>
            </a:r>
          </a:p>
          <a:p>
            <a:r>
              <a:t>משימה שחוזרת שלוש פעמים? הגיע הזמן לאוטומציה.</a:t>
            </a:r>
          </a:p>
          <a:p>
            <a:r>
              <a:t>ולהמשיך לשחק. הכלים משתנים כל שבוע, הסקרנות נשארת.</a:t>
            </a:r>
          </a:p>
          <a:p>
            <a:r>
              <a:t>ועכשיו... אלופי הקורס!</a:t>
            </a:r>
          </a:p>
          <a:p>
            <a:r>
              <a:t>(משתפים את הטבלה הסופית ומכריזים על שלושת הראשונים)</a:t>
            </a:r>
          </a:p>
          <a:p>
            <a:r>
              <a:t>תודה ענקית לכולם. הייתם קבוצה מדהימה. ואל תשכחו לשלוח לי מה בניתם!</a:t>
            </a:r>
          </a:p>
          <a:p/>
          <a:p>
            <a:r>
              <a:t>➡️ מעבר: סוף הקורס.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לחגוג את המפגש האחרון, ולהציג את ההבטחה: AI שעושה, לא רק עונה.</a:t>
            </a:r>
          </a:p>
          <a:p/>
          <a:p>
            <a:r>
              <a:t>🧰 הכנה מראש: פותחים מראש: אפליקציית הקורס במסך המרצה, ג'מיני, Make, Google Forms, ג'ימייל. סרטון ההסבר על Codex ו-Claude Code מוכן להפעלה.</a:t>
            </a:r>
          </a:p>
          <a:p/>
          <a:p>
            <a:r>
              <a:t>🗣 מה לומר:</a:t>
            </a:r>
          </a:p>
          <a:p>
            <a:r>
              <a:t>ערב טוב, וברוכים הבאים למפגש האחרון!</a:t>
            </a:r>
          </a:p>
          <a:p>
            <a:r>
              <a:t>עד עכשיו ה-AI ענה לנו. כתבנו, הוא כתב. ביקשנו תמונה, קיבלנו.</a:t>
            </a:r>
          </a:p>
          <a:p>
            <a:r>
              <a:t>היום הוא מתחיל לעשות דברים בעצמו: לקרוא מיילים, לזכור את העסק שלכם, ולהפעיל דברים לבד.</a:t>
            </a:r>
          </a:p>
          <a:p>
            <a:r>
              <a:t>והכי חשוב: הכול בכלים חינמיים, ובלי לכתוב שורת קוד אחת.</a:t>
            </a:r>
          </a:p>
          <a:p>
            <a:r>
              <a:t>כתבו בצ'אט: איזו משימה הכי משעממת אתם עושים כל שבוע?</a:t>
            </a:r>
          </a:p>
          <a:p>
            <a:r>
              <a:t>(מקריאים כמה תשובות. "את זה נהפוך היום לאוטומטי")</a:t>
            </a:r>
          </a:p>
          <a:p/>
          <a:p>
            <a:r>
              <a:t>➡️ מעבר: קודם, מה חדש השבוע.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6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7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9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20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20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2.xml"/></Relationships>
</file>

<file path=ppt/slides/_rels/slide20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20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4.xml"/></Relationships>
</file>

<file path=ppt/slides/_rels/slide20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20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6.xml"/></Relationships>
</file>

<file path=ppt/slides/_rels/slide20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7.xml"/></Relationships>
</file>

<file path=ppt/slides/_rels/slide20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20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20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20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1.xml"/></Relationships>
</file>

<file path=ppt/slides/_rels/slide20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20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20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4: העסק שלכם עובד לבד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אוטומציות, סוכנים, וקוד בלי לכתוב קוד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ה-AI מפסיק רק לענות, ומתחיל לעשות. ואנחנו מסיימים ביום הצגות.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OpenAI · 29.9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Dots: עמית עבודה דיגיטלי שעובד תמיד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סוכן עם מחשב משלו, זיכרון וגישה לאפליקציות. ממשיך במשימה גם כשאתם ישנים. היום נבין איך זה עובד.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Instinct · 28.9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סוכן אישי שמזמין בשבילכם גייס מיליארד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xAI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Grok Bot: סוכן שלומד משימה מהקלטת מסך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Meta · 23.9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Muse: סוכן חינמי שממלא טפסים ושולח מיילים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ארה"ב · 30.9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ענקיות ה-AI חתמו על אמנת בטיחות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קליפורניה · 30.9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חוק ראשון: אדם מאשר, לא האלגוריתם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מה מחכה לנו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מצ'אט שעונה, לעוזר שעובד בשבילכם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איך AI מדבר עם אפליקציות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947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API ו-MCP בשפה פשוטה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2316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4688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מיילים בלי לפתוח את ג'ימייל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963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ג'מיני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29718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עוזר שזוכר אתכם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0449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Gem בג'מיני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5204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56615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משימות שרצות לבד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9359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תזמון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06907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11479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סוכנים ומתכנתים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14223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Dots, Grok Bot, Codex, Claude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61772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6634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האוטומציה הראשונה שלכם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6908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Make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45952" y="516635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2120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יום הצגות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5239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העסק שלכם, מתחילתו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1874519"/>
            <a:ext cx="329184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8680" y="20574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🎯 יוצאים עם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560320"/>
            <a:ext cx="2880360" cy="2743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עוזר אישי בג'מיני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אוטומציה פעילה ב-Make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הבנה איך סוכנים עובדים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עסק שלם להציג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🏁  המפגש האחרון. הטבלה של הקורס נסגרת הערב.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ארבע מדרגות של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עד עכשיו עמדנו על הראשונה. היום עולים לרביעית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0" y="3977639"/>
            <a:ext cx="2514600" cy="13716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15400" y="4160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💬 צ'אט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15400" y="4709159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שואלים, הוא עונה. אתם עושים את השאר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3428999"/>
            <a:ext cx="2514600" cy="19202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17920" y="361187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🧠 עוזר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16052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זוכר הוראות וקבצים: סקילים ופרויקטים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79" y="2880359"/>
            <a:ext cx="2514600" cy="24688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39" y="306323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⚙️ אוטומציה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3611879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"כשקורה X, תעשה Y". רץ לבד, כל פעם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799" y="2331720"/>
            <a:ext cx="2514600" cy="301752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25146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🤖 סוכן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3063239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מקבל מטרה, מתכנן ופועל בעצמו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ככל שעולים, נותנים יותר שליטה. לכן גם הכללים חשובים יותר.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🍽️ מה זה API?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המלצר שבין האפליקציות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אתם (אפליקציה אחת)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מזמינים מהתפריט: "תביא לי את המיילים מהיום"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992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המלצר (API)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924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לוקח את ההזמנה למטבח, בשפה שהמטבח מבין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המטבח (אפליקציה אחרת)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3525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מכין ומחזיר מנה: רשימת המיילים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029200"/>
            <a:ext cx="6300216" cy="10058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029200"/>
            <a:ext cx="5843016" cy="10058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💡  לא צריך לדעת לבשל, וגם לא לדבר עם המטבח. רק לדעת מה להזמין. כל אוטומציה היום עובדת ככה.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🔌 מה זה MCP?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מטען אוניברסלי לכלי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פעם: כבל לכל מכשיר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חיבור בין AI לאפליקציה נבנה מאפס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992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היום: שקע אחד לכולם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924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MCP הוא סטנדרט, כמו USB-C, לחיבור AI לכלים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בפועל: "מחברים" בלחיצה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3525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בקלוד ובצ'אט ג'יפיטי: Connectors / Apps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029200"/>
            <a:ext cx="6300216" cy="10058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029200"/>
            <a:ext cx="5843016" cy="10058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🧠  API הוא המלצר. MCP הוא תפריט אחיד שכל מלצר מבין, כך שכל AI יכול להזמין מכל מטבח.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📬 סקירת מיילים ומענה, בלי לפתוח את ג'ימייל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בחינם: כותבים @Gmail בתוך ג'מיני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"@Gmail עבור על המיילים שלי מ-48 השעות האחרונות. סדר בטבלה: שולח, נושא, דחוף/לענות/לארכיון, ולמה. לשלושה שהכי דחופים, כתוב טיוטת תשובה קצרה בטון שלי."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מפעילים פעם אחת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בהגדרות של ג'מיני: Apps &gt; Gmail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@Gmail ומבקשים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טבלה, עם סדר עדיפויות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טיוטות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מעתיקים לג'ימייל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אתם שולחים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קוראים, מתקנים ולוחצים שלח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🛑  ה-AI מכין, אתם מאשרים. זה הכלל של כל המפגש.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העוזר שזוכר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עוזר אישי ומשימות שרצות לבד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🧩 עוזר שזוכר: Gem בג'מיני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כותבים פעם אחת איך עושים משהו, והוא עושה את זה כך תמיד. בחינם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משימה שחוזרת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הצעת מחיר, פוסט שבועי, תשובה ללקוח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בג'מיני: Gems &gt; New 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נותנים שם, למשל "העוזר של העסק"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הוראות + האפיון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מי אתם, מה העסק, איך לכתוב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ומשתמשים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מעכשיו לא מסבירים מהתחלה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ההוראות ל-Gem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"אתה העוזר של [העסק]. הנה האפיון: [מדביקים]. תמיד כתוב בטון [טון המותג], בעברית, קצר וברור. כשאני כותב "הצעת מחיר", שאל אותי למי ועל מה, ואז כתוב לפי המבנה: פתיח, שירותים, מחיר, תוקף."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אותו רעיון קיים גם בקלוד (Skills, Projects) ובצ'אט ג'יפיטי (GPTs). העיקרון זהה.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⏰ משימות שרצות לבד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קובעים פעם אחת, ומקבלים כל בוקר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1104" y="1874519"/>
            <a:ext cx="3459480" cy="26517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☀️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3984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תדריך בוקר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3984" y="2624327"/>
            <a:ext cx="3093720" cy="1783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"כל יום ב-8:00: 3 מיילים דחופים, הפגישות של היום ומה להכין."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4736" y="1874519"/>
            <a:ext cx="3459480" cy="26517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09269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7616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סקירת שוק שבועית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7616" y="2624327"/>
            <a:ext cx="3093720" cy="1783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"כל ראשון: 5 חדשות בתחום שלי, עם מקור, בשתי שורות כל אחת."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74519"/>
            <a:ext cx="3459480" cy="26517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38632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שבועי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24327"/>
            <a:ext cx="3093720" cy="1783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"כל חמישי: טיוטת פוסט מהדברים שעשיתי השבוע, בטון של המותג."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4632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84632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⚙️  בג'מיני ובצ'אט ג'יפיטי: כותבים "כל [מתי]" בהנחיה. בחלק מהחשבונות זה בתשלום, אז נראה בהדגמה.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🆓  בחינם לגמרי: Make מריץ כל דבר לפי שעון. נראה את זה עוד מעט.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סוכנים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AI שמקבל מטרה, ופועל בעצמו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🤖 הסוכנים כבר כאן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רק להכיר: כולם בתשלום או בהזמנה. לא צריך לפתוח חשבון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Dots (OpenAI)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Grok Bot (xAI)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Instinct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מה זה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עוזר עם מחשב משלו בענן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סוכן שלומד משימה מהקלטת מסך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עוזר אישי שמתקשר ושולח הודעות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236976"/>
            <a:ext cx="21396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236976"/>
            <a:ext cx="20116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236976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236976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"עקוב אחרי הלידים ותזכיר לי"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236976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236976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"עדכן את ה-CRM כמו שהראיתי"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236976"/>
            <a:ext cx="2862072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236976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"תזמין טכנאי ליום שלישי"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4023360"/>
            <a:ext cx="21396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4023360"/>
            <a:ext cx="20116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איך מקבלים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4023360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4023360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ChatGPT Pro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4023360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4023360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SuperGrok Heavy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4023360"/>
            <a:ext cx="2862072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4023360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רשימת המתנה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3776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493776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🆓  רוצים לנסות סוכן בחינם? Muse של מטא, ומצב סוכן בצ'אט ג'יפיטי.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🛑  סוכן עם גישה למייל ולכרטיס אשראי? מתחילים מהרשאות קטנות, ובודקים כל פעולה.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👩‍💻 Codex ו-Claude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מתכנתים שעובדים בשבילכם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משימה במילים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"תוסיף לאתר טופס הרשמה"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86207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קוראים ומתכננים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25526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עוברים על הקבצים, ובונים תוכנית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6850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ומריצים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0782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קוד, בדיקות, ותיקון שגיאות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480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50799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מחזירים לאישור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4901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אתם רואים מה השתנה, ומאשרים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486400"/>
            <a:ext cx="6300216" cy="6400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486400"/>
            <a:ext cx="5843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🎬  סרטון הסבר של דקה בעברית, ואז הדגמה חיה.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🏗️ אפליקציה ממילים: Lovable ו-Base44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זוכרים את השאלון החי מהמפגש הראשון? כך הוא נבנה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מתארים את האפליקציה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מי משתמש, מה הוא עושה, איך זה נראה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ה-AI בונה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מסכים, מסד נתונים, התחברות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בשיחה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"הוסף טבלת ניקוד"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מפרסמים בלחיצה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וקיבלתם קישור לשתף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רעיון לנסות בבית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"בנה אפליקציה לעסק שלי [אפיון]: טופס הזמנה ללקוחות, רשימת הזמנות למנהל, ושליחת אישור במייל. עברית, מימין לשמאל, בצבעים [HEX]."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🎁  נרשמים דרך הקישור בארגז הכלים ומקבלים קרדיטים חינם להתחלה.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19456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5400" b="1" i="0" lang="he-IL">
                <a:solidFill>
                  <a:srgbClr val="F2F5FA"/>
                </a:solidFill>
                <a:latin typeface="Arial"/>
                <a:cs typeface="Arial"/>
              </a:rPr>
              <a:t>☕ הפסקה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20040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0" i="0" lang="he-IL">
                <a:solidFill>
                  <a:srgbClr val="FAC496"/>
                </a:solidFill>
                <a:latin typeface="Arial"/>
                <a:cs typeface="Arial"/>
              </a:rPr>
              <a:t>5 דקות. פתחו חשבון ב-Make בינתיים.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A9B4C6"/>
                </a:solidFill>
                <a:latin typeface="Arial"/>
                <a:cs typeface="Arial"/>
              </a:rPr>
              <a:t>בחזרה: האוטומציה הראשונה שלכם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האוטומציה הראשונה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Make: כשקורה X, תעשה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⚙️ איך Make חושב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כל אוטומציה היא טריגר ואחריו פעולות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01752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0312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06324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טריגר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5204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משהו קורה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402336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2F5FA"/>
                </a:solidFill>
                <a:latin typeface="Arial"/>
                <a:cs typeface="Arial"/>
              </a:rPr>
              <a:t>לקוח ממלא טופס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1089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920240"/>
            <a:ext cx="3383280" cy="301752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687568" y="210312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306324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Make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5204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מעביר הלאה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02336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2F5FA"/>
                </a:solidFill>
                <a:latin typeface="Arial"/>
                <a:cs typeface="Arial"/>
              </a:rPr>
              <a:t>לוקח את הפרטים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1089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3383280" cy="301752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938528" y="210312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06324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פעולה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5204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משהו נעשה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02336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2F5FA"/>
                </a:solidFill>
                <a:latin typeface="Arial"/>
                <a:cs typeface="Arial"/>
              </a:rPr>
              <a:t>מייל תודה + שורה בגיליון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1208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6968" y="521208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"אוטומציה ראשונה". כתבו במשפט אחד: כש[טריגר], אז [פעולה]. הכי שימושית מנצחת.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🛠️ בונים יחד: טופס לידים שעונה לבד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20 דקות, חינם, בלי קוד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828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5623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Google Forms: טופס "צור קשר"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942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שם, מייל, במה אפשר לעזור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5237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551175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Make: Create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9443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טריגר: Google Forms &gt; Watch Responses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218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Gmail: Send an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3931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"תודה שפנית! נחזור אליך תוך יום"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9136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9410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Google Sheets: Add a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33425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ליד נשמר בגיליון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608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6360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Run once, ואז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292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ממלאים את הטופס ורואים את הקסם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🧭  אם נתקעים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56032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כל מודול צריך חיבור לחשבון: Add connection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לא רואים תגובה? ממלאים את הטופס שוב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שגיאה אדומה? מצלמים מסך ושואלים את ג'מיני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בחינם: 2 תרחישים פעילים, 1,000 קרדיטים בחודש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🎁  בונוס למתקדמים: מוסיפים באמצע מודול AI שמנסח תשובה אישית לכל פנייה.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🛡️ ארבעה כללים לאוטומציה בטוחה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ככל שה-AI עושה יותר, אתם בודקים יותר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אדם מאשר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טיוטה ולא שליחה, הצעה ולא תשלום.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הרשאות קטנות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מחברים רק מה שצריך. לא את כל החשבון.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יומן פעולות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בודקים פעם בשבוע מה רץ ומה נכשל.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בלי סודות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סיסמאות ומספרי אשראי לא נכנסים להנחיות.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🧭  זוכרים את תיקון 13 מהמפגש הראשון? פרטי לקוחות נשארים מוגנים, גם באוטומציה.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🎤 יום הצגות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העסק שלכם, מהאפיון ועד האוטומציה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נרשמים באפליקציית הקורס, בלשונית "הגרלה":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ai-quiz-live.lovable.app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דקה אחת לכל מציג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האפיון, המותג, ומה עובד לבד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הקהל מצביע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על העסק הכי מרשים של הקורס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מכריזים על אלופי הקורס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טבלת הנקודות הסופית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👏  כל מי שמציג מקבל 30 נקודות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08776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10344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18504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10344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10344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make.com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10344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Lovable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lovable.dev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654296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10344" y="4654296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Base44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4654296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base44.com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059936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Codex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chatgpt.com/codex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059936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claude.ai/code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059936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Grok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grok.com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059936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Instinct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instinct.ai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בארגז הכלים באפליקציית הקורס ובחוברת.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🗺️ מה עשינו בארבעה מפגשים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עסק אחד, ארבע שכבות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0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778240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15400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להכיר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הכלים, המודלים, ואיך AI חושב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59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לכתוב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הנחיות, מיילים ואפיון העסק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79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לראות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39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מותג, אפליקציה, מצגת, קול ווידאו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799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799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להפעיל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סקילים, תזמון, סוכנים ואוטומציה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440680"/>
            <a:ext cx="10872216" cy="73152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440680"/>
            <a:ext cx="1041501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🚀  המשך מכאן: כל שבוע, משימה אחת שעוברת ל-AI. בעוד חצי שנה, העסק שלכם נראה אחרת.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ומזל טוב, סיימתם את הקורס!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AI מכין, אתם מחליטים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טיוטה, לא שליחה. הצעה, לא תשלום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משימה שחוזרת = אוטומציה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אם עשיתם את זה 3 פעמים, הגיע הזמן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להמשיך לשחק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הכלים משתנים כל שבוע. הסקרנות נשארת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ועכשיו: אלופי הקורס!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